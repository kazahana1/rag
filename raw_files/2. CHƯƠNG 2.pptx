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handoutMasterIdLst>
    <p:handoutMasterId r:id="rId44"/>
  </p:handoutMasterIdLst>
  <p:sldIdLst>
    <p:sldId id="495" r:id="rId2"/>
    <p:sldId id="264" r:id="rId3"/>
    <p:sldId id="265" r:id="rId4"/>
    <p:sldId id="266" r:id="rId5"/>
    <p:sldId id="267" r:id="rId6"/>
    <p:sldId id="269" r:id="rId7"/>
    <p:sldId id="270" r:id="rId8"/>
    <p:sldId id="271" r:id="rId9"/>
    <p:sldId id="272" r:id="rId10"/>
    <p:sldId id="273" r:id="rId11"/>
    <p:sldId id="274" r:id="rId12"/>
    <p:sldId id="275" r:id="rId13"/>
    <p:sldId id="276" r:id="rId14"/>
    <p:sldId id="325" r:id="rId15"/>
    <p:sldId id="277" r:id="rId16"/>
    <p:sldId id="278" r:id="rId17"/>
    <p:sldId id="279" r:id="rId18"/>
    <p:sldId id="280" r:id="rId19"/>
    <p:sldId id="281" r:id="rId20"/>
    <p:sldId id="282" r:id="rId21"/>
    <p:sldId id="283" r:id="rId22"/>
    <p:sldId id="284" r:id="rId23"/>
    <p:sldId id="285" r:id="rId24"/>
    <p:sldId id="286" r:id="rId25"/>
    <p:sldId id="305" r:id="rId26"/>
    <p:sldId id="306" r:id="rId27"/>
    <p:sldId id="307" r:id="rId28"/>
    <p:sldId id="309" r:id="rId29"/>
    <p:sldId id="310" r:id="rId30"/>
    <p:sldId id="311" r:id="rId31"/>
    <p:sldId id="312" r:id="rId32"/>
    <p:sldId id="313" r:id="rId33"/>
    <p:sldId id="314" r:id="rId34"/>
    <p:sldId id="315" r:id="rId35"/>
    <p:sldId id="318" r:id="rId36"/>
    <p:sldId id="319" r:id="rId37"/>
    <p:sldId id="320" r:id="rId38"/>
    <p:sldId id="321" r:id="rId39"/>
    <p:sldId id="322" r:id="rId40"/>
    <p:sldId id="323" r:id="rId41"/>
    <p:sldId id="324" r:id="rId42"/>
  </p:sldIdLst>
  <p:sldSz cx="18288000" cy="13716000"/>
  <p:notesSz cx="6858000" cy="9144000"/>
  <p:defaultTextStyle>
    <a:defPPr>
      <a:defRPr lang="en-US"/>
    </a:defPPr>
    <a:lvl1pPr marL="0" algn="l" defTabSz="1219261" rtl="0" eaLnBrk="1" latinLnBrk="0" hangingPunct="1">
      <a:defRPr sz="4800" kern="1200">
        <a:solidFill>
          <a:schemeClr val="tx1"/>
        </a:solidFill>
        <a:latin typeface="+mn-lt"/>
        <a:ea typeface="+mn-ea"/>
        <a:cs typeface="+mn-cs"/>
      </a:defRPr>
    </a:lvl1pPr>
    <a:lvl2pPr marL="1219261" algn="l" defTabSz="1219261" rtl="0" eaLnBrk="1" latinLnBrk="0" hangingPunct="1">
      <a:defRPr sz="4800" kern="1200">
        <a:solidFill>
          <a:schemeClr val="tx1"/>
        </a:solidFill>
        <a:latin typeface="+mn-lt"/>
        <a:ea typeface="+mn-ea"/>
        <a:cs typeface="+mn-cs"/>
      </a:defRPr>
    </a:lvl2pPr>
    <a:lvl3pPr marL="2438522" algn="l" defTabSz="1219261" rtl="0" eaLnBrk="1" latinLnBrk="0" hangingPunct="1">
      <a:defRPr sz="4800" kern="1200">
        <a:solidFill>
          <a:schemeClr val="tx1"/>
        </a:solidFill>
        <a:latin typeface="+mn-lt"/>
        <a:ea typeface="+mn-ea"/>
        <a:cs typeface="+mn-cs"/>
      </a:defRPr>
    </a:lvl3pPr>
    <a:lvl4pPr marL="3657783" algn="l" defTabSz="1219261" rtl="0" eaLnBrk="1" latinLnBrk="0" hangingPunct="1">
      <a:defRPr sz="4800" kern="1200">
        <a:solidFill>
          <a:schemeClr val="tx1"/>
        </a:solidFill>
        <a:latin typeface="+mn-lt"/>
        <a:ea typeface="+mn-ea"/>
        <a:cs typeface="+mn-cs"/>
      </a:defRPr>
    </a:lvl4pPr>
    <a:lvl5pPr marL="4877044" algn="l" defTabSz="1219261" rtl="0" eaLnBrk="1" latinLnBrk="0" hangingPunct="1">
      <a:defRPr sz="4800" kern="1200">
        <a:solidFill>
          <a:schemeClr val="tx1"/>
        </a:solidFill>
        <a:latin typeface="+mn-lt"/>
        <a:ea typeface="+mn-ea"/>
        <a:cs typeface="+mn-cs"/>
      </a:defRPr>
    </a:lvl5pPr>
    <a:lvl6pPr marL="6096305" algn="l" defTabSz="1219261" rtl="0" eaLnBrk="1" latinLnBrk="0" hangingPunct="1">
      <a:defRPr sz="4800" kern="1200">
        <a:solidFill>
          <a:schemeClr val="tx1"/>
        </a:solidFill>
        <a:latin typeface="+mn-lt"/>
        <a:ea typeface="+mn-ea"/>
        <a:cs typeface="+mn-cs"/>
      </a:defRPr>
    </a:lvl6pPr>
    <a:lvl7pPr marL="7315566" algn="l" defTabSz="1219261" rtl="0" eaLnBrk="1" latinLnBrk="0" hangingPunct="1">
      <a:defRPr sz="4800" kern="1200">
        <a:solidFill>
          <a:schemeClr val="tx1"/>
        </a:solidFill>
        <a:latin typeface="+mn-lt"/>
        <a:ea typeface="+mn-ea"/>
        <a:cs typeface="+mn-cs"/>
      </a:defRPr>
    </a:lvl7pPr>
    <a:lvl8pPr marL="8534827" algn="l" defTabSz="1219261" rtl="0" eaLnBrk="1" latinLnBrk="0" hangingPunct="1">
      <a:defRPr sz="4800" kern="1200">
        <a:solidFill>
          <a:schemeClr val="tx1"/>
        </a:solidFill>
        <a:latin typeface="+mn-lt"/>
        <a:ea typeface="+mn-ea"/>
        <a:cs typeface="+mn-cs"/>
      </a:defRPr>
    </a:lvl8pPr>
    <a:lvl9pPr marL="9754088" algn="l" defTabSz="1219261" rtl="0" eaLnBrk="1" latinLnBrk="0" hangingPunct="1">
      <a:defRPr sz="4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48"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D709"/>
    <a:srgbClr val="FF0000"/>
    <a:srgbClr val="1E3453"/>
    <a:srgbClr val="EB332C"/>
    <a:srgbClr val="613D9C"/>
    <a:srgbClr val="203D53"/>
    <a:srgbClr val="497492"/>
    <a:srgbClr val="4D6D92"/>
    <a:srgbClr val="192632"/>
    <a:srgbClr val="2C415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883" autoAdjust="0"/>
    <p:restoredTop sz="86410" autoAdjust="0"/>
  </p:normalViewPr>
  <p:slideViewPr>
    <p:cSldViewPr snapToObjects="1" showGuides="1">
      <p:cViewPr varScale="1">
        <p:scale>
          <a:sx n="39" d="100"/>
          <a:sy n="39" d="100"/>
        </p:scale>
        <p:origin x="628" y="34"/>
      </p:cViewPr>
      <p:guideLst>
        <p:guide orient="horz" pos="8448"/>
        <p:guide pos="5760"/>
      </p:guideLst>
    </p:cSldViewPr>
  </p:slideViewPr>
  <p:outlineViewPr>
    <p:cViewPr>
      <p:scale>
        <a:sx n="33" d="100"/>
        <a:sy n="33" d="100"/>
      </p:scale>
      <p:origin x="0" y="-168"/>
    </p:cViewPr>
  </p:outlineViewPr>
  <p:notesTextViewPr>
    <p:cViewPr>
      <p:scale>
        <a:sx n="3" d="2"/>
        <a:sy n="3" d="2"/>
      </p:scale>
      <p:origin x="0" y="0"/>
    </p:cViewPr>
  </p:notesTextViewPr>
  <p:sorterViewPr>
    <p:cViewPr>
      <p:scale>
        <a:sx n="24" d="100"/>
        <a:sy n="24" d="100"/>
      </p:scale>
      <p:origin x="0" y="0"/>
    </p:cViewPr>
  </p:sorterViewPr>
  <p:notesViewPr>
    <p:cSldViewPr snapToObjects="1">
      <p:cViewPr varScale="1">
        <p:scale>
          <a:sx n="58" d="100"/>
          <a:sy n="58" d="100"/>
        </p:scale>
        <p:origin x="2544"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annguyen141601@gmail.com" userId="d93b6337fa10e7e9" providerId="LiveId" clId="{F91D0941-C107-4420-9C59-6FF3A484E85C}"/>
    <pc:docChg chg="undo custSel delSld modSld">
      <pc:chgData name="toannguyen141601@gmail.com" userId="d93b6337fa10e7e9" providerId="LiveId" clId="{F91D0941-C107-4420-9C59-6FF3A484E85C}" dt="2024-01-07T01:22:47.251" v="378" actId="20577"/>
      <pc:docMkLst>
        <pc:docMk/>
      </pc:docMkLst>
      <pc:sldChg chg="modSp mod">
        <pc:chgData name="toannguyen141601@gmail.com" userId="d93b6337fa10e7e9" providerId="LiveId" clId="{F91D0941-C107-4420-9C59-6FF3A484E85C}" dt="2024-01-07T01:22:47.251" v="378" actId="20577"/>
        <pc:sldMkLst>
          <pc:docMk/>
          <pc:sldMk cId="3553053859" sldId="495"/>
        </pc:sldMkLst>
        <pc:spChg chg="mod">
          <ac:chgData name="toannguyen141601@gmail.com" userId="d93b6337fa10e7e9" providerId="LiveId" clId="{F91D0941-C107-4420-9C59-6FF3A484E85C}" dt="2024-01-07T01:06:57.698" v="25" actId="20577"/>
          <ac:spMkLst>
            <pc:docMk/>
            <pc:sldMk cId="3553053859" sldId="495"/>
            <ac:spMk id="9" creationId="{00000000-0000-0000-0000-000000000000}"/>
          </ac:spMkLst>
        </pc:spChg>
        <pc:spChg chg="mod">
          <ac:chgData name="toannguyen141601@gmail.com" userId="d93b6337fa10e7e9" providerId="LiveId" clId="{F91D0941-C107-4420-9C59-6FF3A484E85C}" dt="2024-01-07T01:22:47.251" v="378" actId="20577"/>
          <ac:spMkLst>
            <pc:docMk/>
            <pc:sldMk cId="3553053859" sldId="495"/>
            <ac:spMk id="10" creationId="{68A76BCF-0667-4340-B15C-B9A232FF9AF0}"/>
          </ac:spMkLst>
        </pc:spChg>
      </pc:sldChg>
      <pc:sldChg chg="addSp modSp">
        <pc:chgData name="toannguyen141601@gmail.com" userId="d93b6337fa10e7e9" providerId="LiveId" clId="{F91D0941-C107-4420-9C59-6FF3A484E85C}" dt="2024-01-07T01:08:30.956" v="64" actId="1076"/>
        <pc:sldMkLst>
          <pc:docMk/>
          <pc:sldMk cId="1078148407" sldId="499"/>
        </pc:sldMkLst>
        <pc:spChg chg="mod">
          <ac:chgData name="toannguyen141601@gmail.com" userId="d93b6337fa10e7e9" providerId="LiveId" clId="{F91D0941-C107-4420-9C59-6FF3A484E85C}" dt="2024-01-07T01:08:30.956" v="64" actId="1076"/>
          <ac:spMkLst>
            <pc:docMk/>
            <pc:sldMk cId="1078148407" sldId="499"/>
            <ac:spMk id="16" creationId="{00000000-0000-0000-0000-000000000000}"/>
          </ac:spMkLst>
        </pc:spChg>
        <pc:picChg chg="add mod">
          <ac:chgData name="toannguyen141601@gmail.com" userId="d93b6337fa10e7e9" providerId="LiveId" clId="{F91D0941-C107-4420-9C59-6FF3A484E85C}" dt="2024-01-07T01:08:25.673" v="63"/>
          <ac:picMkLst>
            <pc:docMk/>
            <pc:sldMk cId="1078148407" sldId="499"/>
            <ac:picMk id="2" creationId="{D96FEE00-F5FA-BAFC-1B7A-59ACBAD3C979}"/>
          </ac:picMkLst>
        </pc:picChg>
      </pc:sldChg>
      <pc:sldChg chg="addSp modSp">
        <pc:chgData name="toannguyen141601@gmail.com" userId="d93b6337fa10e7e9" providerId="LiveId" clId="{F91D0941-C107-4420-9C59-6FF3A484E85C}" dt="2024-01-07T01:09:43.323" v="94" actId="1076"/>
        <pc:sldMkLst>
          <pc:docMk/>
          <pc:sldMk cId="1340267528" sldId="504"/>
        </pc:sldMkLst>
        <pc:spChg chg="mod">
          <ac:chgData name="toannguyen141601@gmail.com" userId="d93b6337fa10e7e9" providerId="LiveId" clId="{F91D0941-C107-4420-9C59-6FF3A484E85C}" dt="2024-01-07T01:09:43.323" v="94" actId="1076"/>
          <ac:spMkLst>
            <pc:docMk/>
            <pc:sldMk cId="1340267528" sldId="504"/>
            <ac:spMk id="11" creationId="{00000000-0000-0000-0000-000000000000}"/>
          </ac:spMkLst>
        </pc:spChg>
        <pc:picChg chg="add mod">
          <ac:chgData name="toannguyen141601@gmail.com" userId="d93b6337fa10e7e9" providerId="LiveId" clId="{F91D0941-C107-4420-9C59-6FF3A484E85C}" dt="2024-01-07T01:09:38.618" v="93"/>
          <ac:picMkLst>
            <pc:docMk/>
            <pc:sldMk cId="1340267528" sldId="504"/>
            <ac:picMk id="2" creationId="{4017F372-16C6-020C-BB2B-E3DA8E3AB102}"/>
          </ac:picMkLst>
        </pc:picChg>
      </pc:sldChg>
      <pc:sldChg chg="addSp modSp">
        <pc:chgData name="toannguyen141601@gmail.com" userId="d93b6337fa10e7e9" providerId="LiveId" clId="{F91D0941-C107-4420-9C59-6FF3A484E85C}" dt="2024-01-07T01:09:54.313" v="96" actId="1076"/>
        <pc:sldMkLst>
          <pc:docMk/>
          <pc:sldMk cId="3450750686" sldId="505"/>
        </pc:sldMkLst>
        <pc:spChg chg="mod">
          <ac:chgData name="toannguyen141601@gmail.com" userId="d93b6337fa10e7e9" providerId="LiveId" clId="{F91D0941-C107-4420-9C59-6FF3A484E85C}" dt="2024-01-07T01:09:54.313" v="96" actId="1076"/>
          <ac:spMkLst>
            <pc:docMk/>
            <pc:sldMk cId="3450750686" sldId="505"/>
            <ac:spMk id="16" creationId="{00000000-0000-0000-0000-000000000000}"/>
          </ac:spMkLst>
        </pc:spChg>
        <pc:spChg chg="mod">
          <ac:chgData name="toannguyen141601@gmail.com" userId="d93b6337fa10e7e9" providerId="LiveId" clId="{F91D0941-C107-4420-9C59-6FF3A484E85C}" dt="2024-01-07T01:09:54.313" v="96" actId="1076"/>
          <ac:spMkLst>
            <pc:docMk/>
            <pc:sldMk cId="3450750686" sldId="505"/>
            <ac:spMk id="17" creationId="{00000000-0000-0000-0000-000000000000}"/>
          </ac:spMkLst>
        </pc:spChg>
        <pc:picChg chg="add mod">
          <ac:chgData name="toannguyen141601@gmail.com" userId="d93b6337fa10e7e9" providerId="LiveId" clId="{F91D0941-C107-4420-9C59-6FF3A484E85C}" dt="2024-01-07T01:09:46.041" v="95"/>
          <ac:picMkLst>
            <pc:docMk/>
            <pc:sldMk cId="3450750686" sldId="505"/>
            <ac:picMk id="2" creationId="{6A5C996F-A514-9A2A-FBE5-3F91234C22E7}"/>
          </ac:picMkLst>
        </pc:picChg>
      </pc:sldChg>
      <pc:sldChg chg="addSp modSp mod">
        <pc:chgData name="toannguyen141601@gmail.com" userId="d93b6337fa10e7e9" providerId="LiveId" clId="{F91D0941-C107-4420-9C59-6FF3A484E85C}" dt="2024-01-07T01:10:03.813" v="101" actId="1038"/>
        <pc:sldMkLst>
          <pc:docMk/>
          <pc:sldMk cId="3005691821" sldId="506"/>
        </pc:sldMkLst>
        <pc:spChg chg="mod">
          <ac:chgData name="toannguyen141601@gmail.com" userId="d93b6337fa10e7e9" providerId="LiveId" clId="{F91D0941-C107-4420-9C59-6FF3A484E85C}" dt="2024-01-07T01:10:03.813" v="101" actId="1038"/>
          <ac:spMkLst>
            <pc:docMk/>
            <pc:sldMk cId="3005691821" sldId="506"/>
            <ac:spMk id="35" creationId="{00000000-0000-0000-0000-000000000000}"/>
          </ac:spMkLst>
        </pc:spChg>
        <pc:spChg chg="mod">
          <ac:chgData name="toannguyen141601@gmail.com" userId="d93b6337fa10e7e9" providerId="LiveId" clId="{F91D0941-C107-4420-9C59-6FF3A484E85C}" dt="2024-01-07T01:10:00.901" v="98" actId="1076"/>
          <ac:spMkLst>
            <pc:docMk/>
            <pc:sldMk cId="3005691821" sldId="506"/>
            <ac:spMk id="36" creationId="{00000000-0000-0000-0000-000000000000}"/>
          </ac:spMkLst>
        </pc:spChg>
        <pc:picChg chg="add mod">
          <ac:chgData name="toannguyen141601@gmail.com" userId="d93b6337fa10e7e9" providerId="LiveId" clId="{F91D0941-C107-4420-9C59-6FF3A484E85C}" dt="2024-01-07T01:09:57.836" v="97"/>
          <ac:picMkLst>
            <pc:docMk/>
            <pc:sldMk cId="3005691821" sldId="506"/>
            <ac:picMk id="2" creationId="{7DB1C264-D4B2-8625-36EF-14D5AB664F90}"/>
          </ac:picMkLst>
        </pc:picChg>
      </pc:sldChg>
      <pc:sldChg chg="addSp modSp">
        <pc:chgData name="toannguyen141601@gmail.com" userId="d93b6337fa10e7e9" providerId="LiveId" clId="{F91D0941-C107-4420-9C59-6FF3A484E85C}" dt="2024-01-07T01:10:31.225" v="117" actId="1036"/>
        <pc:sldMkLst>
          <pc:docMk/>
          <pc:sldMk cId="2124447243" sldId="507"/>
        </pc:sldMkLst>
        <pc:spChg chg="mod">
          <ac:chgData name="toannguyen141601@gmail.com" userId="d93b6337fa10e7e9" providerId="LiveId" clId="{F91D0941-C107-4420-9C59-6FF3A484E85C}" dt="2024-01-07T01:10:31.225" v="117" actId="1036"/>
          <ac:spMkLst>
            <pc:docMk/>
            <pc:sldMk cId="2124447243" sldId="507"/>
            <ac:spMk id="2" creationId="{00000000-0000-0000-0000-000000000000}"/>
          </ac:spMkLst>
        </pc:spChg>
        <pc:spChg chg="mod">
          <ac:chgData name="toannguyen141601@gmail.com" userId="d93b6337fa10e7e9" providerId="LiveId" clId="{F91D0941-C107-4420-9C59-6FF3A484E85C}" dt="2024-01-07T01:10:31.225" v="117" actId="1036"/>
          <ac:spMkLst>
            <pc:docMk/>
            <pc:sldMk cId="2124447243" sldId="507"/>
            <ac:spMk id="18" creationId="{00000000-0000-0000-0000-000000000000}"/>
          </ac:spMkLst>
        </pc:spChg>
        <pc:spChg chg="mod">
          <ac:chgData name="toannguyen141601@gmail.com" userId="d93b6337fa10e7e9" providerId="LiveId" clId="{F91D0941-C107-4420-9C59-6FF3A484E85C}" dt="2024-01-07T01:10:31.225" v="117" actId="1036"/>
          <ac:spMkLst>
            <pc:docMk/>
            <pc:sldMk cId="2124447243" sldId="507"/>
            <ac:spMk id="26" creationId="{00000000-0000-0000-0000-000000000000}"/>
          </ac:spMkLst>
        </pc:spChg>
        <pc:spChg chg="mod">
          <ac:chgData name="toannguyen141601@gmail.com" userId="d93b6337fa10e7e9" providerId="LiveId" clId="{F91D0941-C107-4420-9C59-6FF3A484E85C}" dt="2024-01-07T01:10:31.225" v="117" actId="1036"/>
          <ac:spMkLst>
            <pc:docMk/>
            <pc:sldMk cId="2124447243" sldId="507"/>
            <ac:spMk id="27" creationId="{00000000-0000-0000-0000-000000000000}"/>
          </ac:spMkLst>
        </pc:spChg>
        <pc:graphicFrameChg chg="mod">
          <ac:chgData name="toannguyen141601@gmail.com" userId="d93b6337fa10e7e9" providerId="LiveId" clId="{F91D0941-C107-4420-9C59-6FF3A484E85C}" dt="2024-01-07T01:10:31.225" v="117" actId="1036"/>
          <ac:graphicFrameMkLst>
            <pc:docMk/>
            <pc:sldMk cId="2124447243" sldId="507"/>
            <ac:graphicFrameMk id="19" creationId="{00000000-0000-0000-0000-000000000000}"/>
          </ac:graphicFrameMkLst>
        </pc:graphicFrameChg>
        <pc:picChg chg="add mod">
          <ac:chgData name="toannguyen141601@gmail.com" userId="d93b6337fa10e7e9" providerId="LiveId" clId="{F91D0941-C107-4420-9C59-6FF3A484E85C}" dt="2024-01-07T01:10:26.395" v="105"/>
          <ac:picMkLst>
            <pc:docMk/>
            <pc:sldMk cId="2124447243" sldId="507"/>
            <ac:picMk id="3" creationId="{7F0ECABD-EC48-FD69-117D-D19066DA3AA1}"/>
          </ac:picMkLst>
        </pc:picChg>
      </pc:sldChg>
      <pc:sldChg chg="del">
        <pc:chgData name="toannguyen141601@gmail.com" userId="d93b6337fa10e7e9" providerId="LiveId" clId="{F91D0941-C107-4420-9C59-6FF3A484E85C}" dt="2024-01-07T01:11:40.121" v="140" actId="47"/>
        <pc:sldMkLst>
          <pc:docMk/>
          <pc:sldMk cId="3131552175" sldId="512"/>
        </pc:sldMkLst>
      </pc:sldChg>
      <pc:sldChg chg="addSp modSp">
        <pc:chgData name="toannguyen141601@gmail.com" userId="d93b6337fa10e7e9" providerId="LiveId" clId="{F91D0941-C107-4420-9C59-6FF3A484E85C}" dt="2024-01-07T01:15:37.234" v="226" actId="1076"/>
        <pc:sldMkLst>
          <pc:docMk/>
          <pc:sldMk cId="1883188056" sldId="523"/>
        </pc:sldMkLst>
        <pc:spChg chg="mod">
          <ac:chgData name="toannguyen141601@gmail.com" userId="d93b6337fa10e7e9" providerId="LiveId" clId="{F91D0941-C107-4420-9C59-6FF3A484E85C}" dt="2024-01-07T01:15:37.234" v="226" actId="1076"/>
          <ac:spMkLst>
            <pc:docMk/>
            <pc:sldMk cId="1883188056" sldId="523"/>
            <ac:spMk id="17" creationId="{00000000-0000-0000-0000-000000000000}"/>
          </ac:spMkLst>
        </pc:spChg>
        <pc:picChg chg="add mod">
          <ac:chgData name="toannguyen141601@gmail.com" userId="d93b6337fa10e7e9" providerId="LiveId" clId="{F91D0941-C107-4420-9C59-6FF3A484E85C}" dt="2024-01-07T01:15:32.685" v="225"/>
          <ac:picMkLst>
            <pc:docMk/>
            <pc:sldMk cId="1883188056" sldId="523"/>
            <ac:picMk id="2" creationId="{1664FAE6-F4AC-67FE-B1FD-CB326184B66B}"/>
          </ac:picMkLst>
        </pc:picChg>
      </pc:sldChg>
      <pc:sldChg chg="addSp modSp">
        <pc:chgData name="toannguyen141601@gmail.com" userId="d93b6337fa10e7e9" providerId="LiveId" clId="{F91D0941-C107-4420-9C59-6FF3A484E85C}" dt="2024-01-07T01:12:04.826" v="170" actId="1076"/>
        <pc:sldMkLst>
          <pc:docMk/>
          <pc:sldMk cId="1525116293" sldId="524"/>
        </pc:sldMkLst>
        <pc:spChg chg="mod">
          <ac:chgData name="toannguyen141601@gmail.com" userId="d93b6337fa10e7e9" providerId="LiveId" clId="{F91D0941-C107-4420-9C59-6FF3A484E85C}" dt="2024-01-07T01:12:04.826" v="170" actId="1076"/>
          <ac:spMkLst>
            <pc:docMk/>
            <pc:sldMk cId="1525116293" sldId="524"/>
            <ac:spMk id="17" creationId="{00000000-0000-0000-0000-000000000000}"/>
          </ac:spMkLst>
        </pc:spChg>
        <pc:picChg chg="add mod">
          <ac:chgData name="toannguyen141601@gmail.com" userId="d93b6337fa10e7e9" providerId="LiveId" clId="{F91D0941-C107-4420-9C59-6FF3A484E85C}" dt="2024-01-07T01:12:00.618" v="169"/>
          <ac:picMkLst>
            <pc:docMk/>
            <pc:sldMk cId="1525116293" sldId="524"/>
            <ac:picMk id="3" creationId="{AD91DED3-8143-749F-D52F-74C6D5F940AC}"/>
          </ac:picMkLst>
        </pc:picChg>
      </pc:sldChg>
      <pc:sldChg chg="addSp modSp">
        <pc:chgData name="toannguyen141601@gmail.com" userId="d93b6337fa10e7e9" providerId="LiveId" clId="{F91D0941-C107-4420-9C59-6FF3A484E85C}" dt="2024-01-07T01:15:41.307" v="228" actId="1076"/>
        <pc:sldMkLst>
          <pc:docMk/>
          <pc:sldMk cId="2763381356" sldId="526"/>
        </pc:sldMkLst>
        <pc:spChg chg="mod">
          <ac:chgData name="toannguyen141601@gmail.com" userId="d93b6337fa10e7e9" providerId="LiveId" clId="{F91D0941-C107-4420-9C59-6FF3A484E85C}" dt="2024-01-07T01:15:41.307" v="228" actId="1076"/>
          <ac:spMkLst>
            <pc:docMk/>
            <pc:sldMk cId="2763381356" sldId="526"/>
            <ac:spMk id="17" creationId="{00000000-0000-0000-0000-000000000000}"/>
          </ac:spMkLst>
        </pc:spChg>
        <pc:picChg chg="add mod">
          <ac:chgData name="toannguyen141601@gmail.com" userId="d93b6337fa10e7e9" providerId="LiveId" clId="{F91D0941-C107-4420-9C59-6FF3A484E85C}" dt="2024-01-07T01:15:38.921" v="227"/>
          <ac:picMkLst>
            <pc:docMk/>
            <pc:sldMk cId="2763381356" sldId="526"/>
            <ac:picMk id="2" creationId="{7C1006CB-4789-FDFB-AD1A-8A54F171ECAF}"/>
          </ac:picMkLst>
        </pc:picChg>
      </pc:sldChg>
      <pc:sldChg chg="addSp modSp">
        <pc:chgData name="toannguyen141601@gmail.com" userId="d93b6337fa10e7e9" providerId="LiveId" clId="{F91D0941-C107-4420-9C59-6FF3A484E85C}" dt="2024-01-07T01:15:49.121" v="232" actId="1076"/>
        <pc:sldMkLst>
          <pc:docMk/>
          <pc:sldMk cId="2808781579" sldId="527"/>
        </pc:sldMkLst>
        <pc:spChg chg="mod">
          <ac:chgData name="toannguyen141601@gmail.com" userId="d93b6337fa10e7e9" providerId="LiveId" clId="{F91D0941-C107-4420-9C59-6FF3A484E85C}" dt="2024-01-07T01:15:49.121" v="232" actId="1076"/>
          <ac:spMkLst>
            <pc:docMk/>
            <pc:sldMk cId="2808781579" sldId="527"/>
            <ac:spMk id="17" creationId="{00000000-0000-0000-0000-000000000000}"/>
          </ac:spMkLst>
        </pc:spChg>
        <pc:picChg chg="add mod">
          <ac:chgData name="toannguyen141601@gmail.com" userId="d93b6337fa10e7e9" providerId="LiveId" clId="{F91D0941-C107-4420-9C59-6FF3A484E85C}" dt="2024-01-07T01:15:46.390" v="231"/>
          <ac:picMkLst>
            <pc:docMk/>
            <pc:sldMk cId="2808781579" sldId="527"/>
            <ac:picMk id="2" creationId="{4F5C1F57-408B-620F-6BFB-7EC3D39C665B}"/>
          </ac:picMkLst>
        </pc:picChg>
      </pc:sldChg>
      <pc:sldChg chg="addSp modSp mod">
        <pc:chgData name="toannguyen141601@gmail.com" userId="d93b6337fa10e7e9" providerId="LiveId" clId="{F91D0941-C107-4420-9C59-6FF3A484E85C}" dt="2024-01-07T01:16:01.377" v="264"/>
        <pc:sldMkLst>
          <pc:docMk/>
          <pc:sldMk cId="1962593880" sldId="529"/>
        </pc:sldMkLst>
        <pc:spChg chg="mod">
          <ac:chgData name="toannguyen141601@gmail.com" userId="d93b6337fa10e7e9" providerId="LiveId" clId="{F91D0941-C107-4420-9C59-6FF3A484E85C}" dt="2024-01-07T01:15:59.137" v="263" actId="1036"/>
          <ac:spMkLst>
            <pc:docMk/>
            <pc:sldMk cId="1962593880" sldId="529"/>
            <ac:spMk id="4"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5"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6"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7"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8"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9"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48130" creationId="{00000000-0000-0000-0000-000000000000}"/>
          </ac:spMkLst>
        </pc:spChg>
        <pc:picChg chg="add mod">
          <ac:chgData name="toannguyen141601@gmail.com" userId="d93b6337fa10e7e9" providerId="LiveId" clId="{F91D0941-C107-4420-9C59-6FF3A484E85C}" dt="2024-01-07T01:16:01.377" v="264"/>
          <ac:picMkLst>
            <pc:docMk/>
            <pc:sldMk cId="1962593880" sldId="529"/>
            <ac:picMk id="2" creationId="{BF9A19E4-70C8-3825-1229-9A1DE61D6895}"/>
          </ac:picMkLst>
        </pc:picChg>
      </pc:sldChg>
      <pc:sldChg chg="addSp modSp">
        <pc:chgData name="toannguyen141601@gmail.com" userId="d93b6337fa10e7e9" providerId="LiveId" clId="{F91D0941-C107-4420-9C59-6FF3A484E85C}" dt="2024-01-07T01:16:07.606" v="266" actId="1076"/>
        <pc:sldMkLst>
          <pc:docMk/>
          <pc:sldMk cId="2639064470" sldId="530"/>
        </pc:sldMkLst>
        <pc:spChg chg="mod">
          <ac:chgData name="toannguyen141601@gmail.com" userId="d93b6337fa10e7e9" providerId="LiveId" clId="{F91D0941-C107-4420-9C59-6FF3A484E85C}" dt="2024-01-07T01:16:07.606" v="266" actId="1076"/>
          <ac:spMkLst>
            <pc:docMk/>
            <pc:sldMk cId="2639064470" sldId="530"/>
            <ac:spMk id="17" creationId="{00000000-0000-0000-0000-000000000000}"/>
          </ac:spMkLst>
        </pc:spChg>
        <pc:picChg chg="add mod">
          <ac:chgData name="toannguyen141601@gmail.com" userId="d93b6337fa10e7e9" providerId="LiveId" clId="{F91D0941-C107-4420-9C59-6FF3A484E85C}" dt="2024-01-07T01:16:03.348" v="265"/>
          <ac:picMkLst>
            <pc:docMk/>
            <pc:sldMk cId="2639064470" sldId="530"/>
            <ac:picMk id="2" creationId="{FB4A6101-B0D0-2660-21AA-94D53D3E984F}"/>
          </ac:picMkLst>
        </pc:picChg>
      </pc:sldChg>
      <pc:sldChg chg="addSp modSp">
        <pc:chgData name="toannguyen141601@gmail.com" userId="d93b6337fa10e7e9" providerId="LiveId" clId="{F91D0941-C107-4420-9C59-6FF3A484E85C}" dt="2024-01-07T01:16:11.942" v="268" actId="1076"/>
        <pc:sldMkLst>
          <pc:docMk/>
          <pc:sldMk cId="1759909624" sldId="531"/>
        </pc:sldMkLst>
        <pc:spChg chg="mod">
          <ac:chgData name="toannguyen141601@gmail.com" userId="d93b6337fa10e7e9" providerId="LiveId" clId="{F91D0941-C107-4420-9C59-6FF3A484E85C}" dt="2024-01-07T01:16:11.942" v="268" actId="1076"/>
          <ac:spMkLst>
            <pc:docMk/>
            <pc:sldMk cId="1759909624" sldId="531"/>
            <ac:spMk id="17" creationId="{00000000-0000-0000-0000-000000000000}"/>
          </ac:spMkLst>
        </pc:spChg>
        <pc:picChg chg="add mod">
          <ac:chgData name="toannguyen141601@gmail.com" userId="d93b6337fa10e7e9" providerId="LiveId" clId="{F91D0941-C107-4420-9C59-6FF3A484E85C}" dt="2024-01-07T01:16:09.681" v="267"/>
          <ac:picMkLst>
            <pc:docMk/>
            <pc:sldMk cId="1759909624" sldId="531"/>
            <ac:picMk id="2" creationId="{D9F96B97-DAE7-6AAD-AD8A-13802599A4C2}"/>
          </ac:picMkLst>
        </pc:picChg>
      </pc:sldChg>
      <pc:sldChg chg="addSp modSp">
        <pc:chgData name="toannguyen141601@gmail.com" userId="d93b6337fa10e7e9" providerId="LiveId" clId="{F91D0941-C107-4420-9C59-6FF3A484E85C}" dt="2024-01-07T01:16:43.843" v="281" actId="1076"/>
        <pc:sldMkLst>
          <pc:docMk/>
          <pc:sldMk cId="2194892412" sldId="537"/>
        </pc:sldMkLst>
        <pc:spChg chg="mod">
          <ac:chgData name="toannguyen141601@gmail.com" userId="d93b6337fa10e7e9" providerId="LiveId" clId="{F91D0941-C107-4420-9C59-6FF3A484E85C}" dt="2024-01-07T01:16:39.892" v="280" actId="1076"/>
          <ac:spMkLst>
            <pc:docMk/>
            <pc:sldMk cId="2194892412" sldId="537"/>
            <ac:spMk id="8" creationId="{00000000-0000-0000-0000-000000000000}"/>
          </ac:spMkLst>
        </pc:spChg>
        <pc:spChg chg="mod">
          <ac:chgData name="toannguyen141601@gmail.com" userId="d93b6337fa10e7e9" providerId="LiveId" clId="{F91D0941-C107-4420-9C59-6FF3A484E85C}" dt="2024-01-07T01:16:43.843" v="281" actId="1076"/>
          <ac:spMkLst>
            <pc:docMk/>
            <pc:sldMk cId="2194892412" sldId="537"/>
            <ac:spMk id="36" creationId="{00000000-0000-0000-0000-000000000000}"/>
          </ac:spMkLst>
        </pc:spChg>
        <pc:picChg chg="add mod">
          <ac:chgData name="toannguyen141601@gmail.com" userId="d93b6337fa10e7e9" providerId="LiveId" clId="{F91D0941-C107-4420-9C59-6FF3A484E85C}" dt="2024-01-07T01:16:32.680" v="279"/>
          <ac:picMkLst>
            <pc:docMk/>
            <pc:sldMk cId="2194892412" sldId="537"/>
            <ac:picMk id="2" creationId="{4305355C-D6CF-9F76-17A8-A7480251A489}"/>
          </ac:picMkLst>
        </pc:picChg>
      </pc:sldChg>
      <pc:sldChg chg="addSp modSp">
        <pc:chgData name="toannguyen141601@gmail.com" userId="d93b6337fa10e7e9" providerId="LiveId" clId="{F91D0941-C107-4420-9C59-6FF3A484E85C}" dt="2024-01-07T01:16:50.681" v="283" actId="1076"/>
        <pc:sldMkLst>
          <pc:docMk/>
          <pc:sldMk cId="3230808867" sldId="540"/>
        </pc:sldMkLst>
        <pc:spChg chg="mod">
          <ac:chgData name="toannguyen141601@gmail.com" userId="d93b6337fa10e7e9" providerId="LiveId" clId="{F91D0941-C107-4420-9C59-6FF3A484E85C}" dt="2024-01-07T01:16:50.681" v="283" actId="1076"/>
          <ac:spMkLst>
            <pc:docMk/>
            <pc:sldMk cId="3230808867" sldId="540"/>
            <ac:spMk id="18" creationId="{00000000-0000-0000-0000-000000000000}"/>
          </ac:spMkLst>
        </pc:spChg>
        <pc:picChg chg="add mod">
          <ac:chgData name="toannguyen141601@gmail.com" userId="d93b6337fa10e7e9" providerId="LiveId" clId="{F91D0941-C107-4420-9C59-6FF3A484E85C}" dt="2024-01-07T01:16:47.121" v="282"/>
          <ac:picMkLst>
            <pc:docMk/>
            <pc:sldMk cId="3230808867" sldId="540"/>
            <ac:picMk id="4" creationId="{52C7869F-B4CA-E569-CE40-47C6F5F38B36}"/>
          </ac:picMkLst>
        </pc:picChg>
      </pc:sldChg>
      <pc:sldChg chg="addSp modSp">
        <pc:chgData name="toannguyen141601@gmail.com" userId="d93b6337fa10e7e9" providerId="LiveId" clId="{F91D0941-C107-4420-9C59-6FF3A484E85C}" dt="2024-01-07T01:17:06.525" v="289" actId="1076"/>
        <pc:sldMkLst>
          <pc:docMk/>
          <pc:sldMk cId="3089026889" sldId="541"/>
        </pc:sldMkLst>
        <pc:spChg chg="mod">
          <ac:chgData name="toannguyen141601@gmail.com" userId="d93b6337fa10e7e9" providerId="LiveId" clId="{F91D0941-C107-4420-9C59-6FF3A484E85C}" dt="2024-01-07T01:17:06.525" v="289" actId="1076"/>
          <ac:spMkLst>
            <pc:docMk/>
            <pc:sldMk cId="3089026889" sldId="541"/>
            <ac:spMk id="13" creationId="{00000000-0000-0000-0000-000000000000}"/>
          </ac:spMkLst>
        </pc:spChg>
        <pc:picChg chg="add mod">
          <ac:chgData name="toannguyen141601@gmail.com" userId="d93b6337fa10e7e9" providerId="LiveId" clId="{F91D0941-C107-4420-9C59-6FF3A484E85C}" dt="2024-01-07T01:17:03.213" v="288"/>
          <ac:picMkLst>
            <pc:docMk/>
            <pc:sldMk cId="3089026889" sldId="541"/>
            <ac:picMk id="2" creationId="{90CA4849-B3CC-6DD1-74EF-9F3663FF9C31}"/>
          </ac:picMkLst>
        </pc:picChg>
      </pc:sldChg>
      <pc:sldChg chg="addSp modSp">
        <pc:chgData name="toannguyen141601@gmail.com" userId="d93b6337fa10e7e9" providerId="LiveId" clId="{F91D0941-C107-4420-9C59-6FF3A484E85C}" dt="2024-01-07T01:17:11.938" v="291" actId="1076"/>
        <pc:sldMkLst>
          <pc:docMk/>
          <pc:sldMk cId="797171658" sldId="542"/>
        </pc:sldMkLst>
        <pc:spChg chg="mod">
          <ac:chgData name="toannguyen141601@gmail.com" userId="d93b6337fa10e7e9" providerId="LiveId" clId="{F91D0941-C107-4420-9C59-6FF3A484E85C}" dt="2024-01-07T01:17:11.938" v="291" actId="1076"/>
          <ac:spMkLst>
            <pc:docMk/>
            <pc:sldMk cId="797171658" sldId="542"/>
            <ac:spMk id="13" creationId="{00000000-0000-0000-0000-000000000000}"/>
          </ac:spMkLst>
        </pc:spChg>
        <pc:picChg chg="add mod">
          <ac:chgData name="toannguyen141601@gmail.com" userId="d93b6337fa10e7e9" providerId="LiveId" clId="{F91D0941-C107-4420-9C59-6FF3A484E85C}" dt="2024-01-07T01:17:10.346" v="290"/>
          <ac:picMkLst>
            <pc:docMk/>
            <pc:sldMk cId="797171658" sldId="542"/>
            <ac:picMk id="2" creationId="{D05C78A3-85EE-9115-58CB-F1D076FF66B2}"/>
          </ac:picMkLst>
        </pc:picChg>
      </pc:sldChg>
      <pc:sldChg chg="addSp modSp">
        <pc:chgData name="toannguyen141601@gmail.com" userId="d93b6337fa10e7e9" providerId="LiveId" clId="{F91D0941-C107-4420-9C59-6FF3A484E85C}" dt="2024-01-07T01:17:21.605" v="322"/>
        <pc:sldMkLst>
          <pc:docMk/>
          <pc:sldMk cId="1525501094" sldId="545"/>
        </pc:sldMkLst>
        <pc:picChg chg="add mod">
          <ac:chgData name="toannguyen141601@gmail.com" userId="d93b6337fa10e7e9" providerId="LiveId" clId="{F91D0941-C107-4420-9C59-6FF3A484E85C}" dt="2024-01-07T01:17:21.605" v="322"/>
          <ac:picMkLst>
            <pc:docMk/>
            <pc:sldMk cId="1525501094" sldId="545"/>
            <ac:picMk id="2" creationId="{B015D20A-1DD7-7538-7B23-138BE557746C}"/>
          </ac:picMkLst>
        </pc:picChg>
      </pc:sldChg>
      <pc:sldChg chg="addSp modSp">
        <pc:chgData name="toannguyen141601@gmail.com" userId="d93b6337fa10e7e9" providerId="LiveId" clId="{F91D0941-C107-4420-9C59-6FF3A484E85C}" dt="2024-01-07T01:17:22.716" v="323"/>
        <pc:sldMkLst>
          <pc:docMk/>
          <pc:sldMk cId="157601275" sldId="546"/>
        </pc:sldMkLst>
        <pc:picChg chg="add mod">
          <ac:chgData name="toannguyen141601@gmail.com" userId="d93b6337fa10e7e9" providerId="LiveId" clId="{F91D0941-C107-4420-9C59-6FF3A484E85C}" dt="2024-01-07T01:17:22.716" v="323"/>
          <ac:picMkLst>
            <pc:docMk/>
            <pc:sldMk cId="157601275" sldId="546"/>
            <ac:picMk id="2" creationId="{6EC19D83-D8FE-1EB4-ED4C-655553156960}"/>
          </ac:picMkLst>
        </pc:picChg>
      </pc:sldChg>
      <pc:sldChg chg="addSp modSp">
        <pc:chgData name="toannguyen141601@gmail.com" userId="d93b6337fa10e7e9" providerId="LiveId" clId="{F91D0941-C107-4420-9C59-6FF3A484E85C}" dt="2024-01-07T01:17:23.920" v="324"/>
        <pc:sldMkLst>
          <pc:docMk/>
          <pc:sldMk cId="2604261661" sldId="547"/>
        </pc:sldMkLst>
        <pc:picChg chg="add mod">
          <ac:chgData name="toannguyen141601@gmail.com" userId="d93b6337fa10e7e9" providerId="LiveId" clId="{F91D0941-C107-4420-9C59-6FF3A484E85C}" dt="2024-01-07T01:17:23.920" v="324"/>
          <ac:picMkLst>
            <pc:docMk/>
            <pc:sldMk cId="2604261661" sldId="547"/>
            <ac:picMk id="2" creationId="{7A6A5620-E953-62DE-6316-44065C76FBDB}"/>
          </ac:picMkLst>
        </pc:picChg>
      </pc:sldChg>
      <pc:sldChg chg="addSp modSp">
        <pc:chgData name="toannguyen141601@gmail.com" userId="d93b6337fa10e7e9" providerId="LiveId" clId="{F91D0941-C107-4420-9C59-6FF3A484E85C}" dt="2024-01-07T01:17:25.166" v="325"/>
        <pc:sldMkLst>
          <pc:docMk/>
          <pc:sldMk cId="704145294" sldId="548"/>
        </pc:sldMkLst>
        <pc:picChg chg="add mod">
          <ac:chgData name="toannguyen141601@gmail.com" userId="d93b6337fa10e7e9" providerId="LiveId" clId="{F91D0941-C107-4420-9C59-6FF3A484E85C}" dt="2024-01-07T01:17:25.166" v="325"/>
          <ac:picMkLst>
            <pc:docMk/>
            <pc:sldMk cId="704145294" sldId="548"/>
            <ac:picMk id="2" creationId="{B945643C-92BD-AFE4-7BB2-7E5FB0354FBB}"/>
          </ac:picMkLst>
        </pc:picChg>
      </pc:sldChg>
      <pc:sldChg chg="addSp modSp mod">
        <pc:chgData name="toannguyen141601@gmail.com" userId="d93b6337fa10e7e9" providerId="LiveId" clId="{F91D0941-C107-4420-9C59-6FF3A484E85C}" dt="2024-01-07T01:07:09.837" v="27" actId="1076"/>
        <pc:sldMkLst>
          <pc:docMk/>
          <pc:sldMk cId="2214820160" sldId="549"/>
        </pc:sldMkLst>
        <pc:picChg chg="add mod">
          <ac:chgData name="toannguyen141601@gmail.com" userId="d93b6337fa10e7e9" providerId="LiveId" clId="{F91D0941-C107-4420-9C59-6FF3A484E85C}" dt="2024-01-07T01:07:09.837" v="27" actId="1076"/>
          <ac:picMkLst>
            <pc:docMk/>
            <pc:sldMk cId="2214820160" sldId="549"/>
            <ac:picMk id="2" creationId="{09DBC94F-5CA1-AA9E-CD46-047865E6F71E}"/>
          </ac:picMkLst>
        </pc:picChg>
      </pc:sldChg>
      <pc:sldChg chg="addSp modSp mod">
        <pc:chgData name="toannguyen141601@gmail.com" userId="d93b6337fa10e7e9" providerId="LiveId" clId="{F91D0941-C107-4420-9C59-6FF3A484E85C}" dt="2024-01-07T01:08:51.714" v="66" actId="1076"/>
        <pc:sldMkLst>
          <pc:docMk/>
          <pc:sldMk cId="1107087419" sldId="569"/>
        </pc:sldMkLst>
        <pc:spChg chg="mod">
          <ac:chgData name="toannguyen141601@gmail.com" userId="d93b6337fa10e7e9" providerId="LiveId" clId="{F91D0941-C107-4420-9C59-6FF3A484E85C}" dt="2024-01-07T01:08:51.714" v="66" actId="1076"/>
          <ac:spMkLst>
            <pc:docMk/>
            <pc:sldMk cId="1107087419" sldId="569"/>
            <ac:spMk id="6" creationId="{00000000-0000-0000-0000-000000000000}"/>
          </ac:spMkLst>
        </pc:spChg>
        <pc:picChg chg="add mod">
          <ac:chgData name="toannguyen141601@gmail.com" userId="d93b6337fa10e7e9" providerId="LiveId" clId="{F91D0941-C107-4420-9C59-6FF3A484E85C}" dt="2024-01-07T01:08:47.999" v="65"/>
          <ac:picMkLst>
            <pc:docMk/>
            <pc:sldMk cId="1107087419" sldId="569"/>
            <ac:picMk id="2" creationId="{DB0DC6AD-54E5-C28C-3F13-9928E9AE242E}"/>
          </ac:picMkLst>
        </pc:picChg>
      </pc:sldChg>
      <pc:sldChg chg="addSp modSp mod">
        <pc:chgData name="toannguyen141601@gmail.com" userId="d93b6337fa10e7e9" providerId="LiveId" clId="{F91D0941-C107-4420-9C59-6FF3A484E85C}" dt="2024-01-07T01:09:23.840" v="76" actId="1076"/>
        <pc:sldMkLst>
          <pc:docMk/>
          <pc:sldMk cId="3194801587" sldId="573"/>
        </pc:sldMkLst>
        <pc:spChg chg="mod">
          <ac:chgData name="toannguyen141601@gmail.com" userId="d93b6337fa10e7e9" providerId="LiveId" clId="{F91D0941-C107-4420-9C59-6FF3A484E85C}" dt="2024-01-07T01:09:23.840" v="76" actId="1076"/>
          <ac:spMkLst>
            <pc:docMk/>
            <pc:sldMk cId="3194801587" sldId="573"/>
            <ac:spMk id="5" creationId="{00000000-0000-0000-0000-000000000000}"/>
          </ac:spMkLst>
        </pc:spChg>
        <pc:picChg chg="add mod">
          <ac:chgData name="toannguyen141601@gmail.com" userId="d93b6337fa10e7e9" providerId="LiveId" clId="{F91D0941-C107-4420-9C59-6FF3A484E85C}" dt="2024-01-07T01:09:19.675" v="75"/>
          <ac:picMkLst>
            <pc:docMk/>
            <pc:sldMk cId="3194801587" sldId="573"/>
            <ac:picMk id="2" creationId="{A9191199-310D-BC5C-E6BB-10448BD16B26}"/>
          </ac:picMkLst>
        </pc:picChg>
      </pc:sldChg>
      <pc:sldChg chg="addSp modSp">
        <pc:chgData name="toannguyen141601@gmail.com" userId="d93b6337fa10e7e9" providerId="LiveId" clId="{F91D0941-C107-4420-9C59-6FF3A484E85C}" dt="2024-01-07T01:08:22.529" v="62" actId="1076"/>
        <pc:sldMkLst>
          <pc:docMk/>
          <pc:sldMk cId="23127739" sldId="574"/>
        </pc:sldMkLst>
        <pc:spChg chg="mod">
          <ac:chgData name="toannguyen141601@gmail.com" userId="d93b6337fa10e7e9" providerId="LiveId" clId="{F91D0941-C107-4420-9C59-6FF3A484E85C}" dt="2024-01-07T01:08:22.529" v="62" actId="1076"/>
          <ac:spMkLst>
            <pc:docMk/>
            <pc:sldMk cId="23127739" sldId="574"/>
            <ac:spMk id="304161" creationId="{00000000-0000-0000-0000-000000000000}"/>
          </ac:spMkLst>
        </pc:spChg>
        <pc:picChg chg="add mod">
          <ac:chgData name="toannguyen141601@gmail.com" userId="d93b6337fa10e7e9" providerId="LiveId" clId="{F91D0941-C107-4420-9C59-6FF3A484E85C}" dt="2024-01-07T01:08:13.017" v="61"/>
          <ac:picMkLst>
            <pc:docMk/>
            <pc:sldMk cId="23127739" sldId="574"/>
            <ac:picMk id="2" creationId="{7571B02E-9A10-590B-D4BC-C2FE6B351B86}"/>
          </ac:picMkLst>
        </pc:picChg>
      </pc:sldChg>
      <pc:sldChg chg="addSp modSp del mod">
        <pc:chgData name="toannguyen141601@gmail.com" userId="d93b6337fa10e7e9" providerId="LiveId" clId="{F91D0941-C107-4420-9C59-6FF3A484E85C}" dt="2024-01-07T01:08:02.921" v="60" actId="47"/>
        <pc:sldMkLst>
          <pc:docMk/>
          <pc:sldMk cId="37118600" sldId="575"/>
        </pc:sldMkLst>
        <pc:spChg chg="mod">
          <ac:chgData name="toannguyen141601@gmail.com" userId="d93b6337fa10e7e9" providerId="LiveId" clId="{F91D0941-C107-4420-9C59-6FF3A484E85C}" dt="2024-01-07T01:07:52.977" v="58" actId="1036"/>
          <ac:spMkLst>
            <pc:docMk/>
            <pc:sldMk cId="37118600" sldId="575"/>
            <ac:spMk id="10" creationId="{00000000-0000-0000-0000-000000000000}"/>
          </ac:spMkLst>
        </pc:spChg>
        <pc:spChg chg="mod">
          <ac:chgData name="toannguyen141601@gmail.com" userId="d93b6337fa10e7e9" providerId="LiveId" clId="{F91D0941-C107-4420-9C59-6FF3A484E85C}" dt="2024-01-07T01:07:52.977" v="58" actId="1036"/>
          <ac:spMkLst>
            <pc:docMk/>
            <pc:sldMk cId="37118600" sldId="575"/>
            <ac:spMk id="288774" creationId="{00000000-0000-0000-0000-000000000000}"/>
          </ac:spMkLst>
        </pc:spChg>
        <pc:picChg chg="add mod">
          <ac:chgData name="toannguyen141601@gmail.com" userId="d93b6337fa10e7e9" providerId="LiveId" clId="{F91D0941-C107-4420-9C59-6FF3A484E85C}" dt="2024-01-07T01:07:43.477" v="47"/>
          <ac:picMkLst>
            <pc:docMk/>
            <pc:sldMk cId="37118600" sldId="575"/>
            <ac:picMk id="2" creationId="{0CF0EA4F-C043-6547-D765-BA878768BE3D}"/>
          </ac:picMkLst>
        </pc:picChg>
        <pc:picChg chg="mod">
          <ac:chgData name="toannguyen141601@gmail.com" userId="d93b6337fa10e7e9" providerId="LiveId" clId="{F91D0941-C107-4420-9C59-6FF3A484E85C}" dt="2024-01-07T01:07:58.819" v="59" actId="14100"/>
          <ac:picMkLst>
            <pc:docMk/>
            <pc:sldMk cId="37118600" sldId="575"/>
            <ac:picMk id="5" creationId="{00000000-0000-0000-0000-000000000000}"/>
          </ac:picMkLst>
        </pc:picChg>
      </pc:sldChg>
      <pc:sldChg chg="addSp modSp mod">
        <pc:chgData name="toannguyen141601@gmail.com" userId="d93b6337fa10e7e9" providerId="LiveId" clId="{F91D0941-C107-4420-9C59-6FF3A484E85C}" dt="2024-01-07T01:07:38.307" v="46" actId="14100"/>
        <pc:sldMkLst>
          <pc:docMk/>
          <pc:sldMk cId="4033328480" sldId="577"/>
        </pc:sldMkLst>
        <pc:graphicFrameChg chg="mod modGraphic">
          <ac:chgData name="toannguyen141601@gmail.com" userId="d93b6337fa10e7e9" providerId="LiveId" clId="{F91D0941-C107-4420-9C59-6FF3A484E85C}" dt="2024-01-07T01:07:38.307" v="46" actId="14100"/>
          <ac:graphicFrameMkLst>
            <pc:docMk/>
            <pc:sldMk cId="4033328480" sldId="577"/>
            <ac:graphicFrameMk id="3" creationId="{00000000-0000-0000-0000-000000000000}"/>
          </ac:graphicFrameMkLst>
        </pc:graphicFrameChg>
        <pc:picChg chg="add mod">
          <ac:chgData name="toannguyen141601@gmail.com" userId="d93b6337fa10e7e9" providerId="LiveId" clId="{F91D0941-C107-4420-9C59-6FF3A484E85C}" dt="2024-01-07T01:07:33.963" v="45"/>
          <ac:picMkLst>
            <pc:docMk/>
            <pc:sldMk cId="4033328480" sldId="577"/>
            <ac:picMk id="2" creationId="{D2EAEA7D-9A71-05D2-4AFE-4A2FDD84AEFC}"/>
          </ac:picMkLst>
        </pc:picChg>
      </pc:sldChg>
      <pc:sldChg chg="addSp modSp mod">
        <pc:chgData name="toannguyen141601@gmail.com" userId="d93b6337fa10e7e9" providerId="LiveId" clId="{F91D0941-C107-4420-9C59-6FF3A484E85C}" dt="2024-01-07T01:08:59.525" v="68" actId="1076"/>
        <pc:sldMkLst>
          <pc:docMk/>
          <pc:sldMk cId="311808305" sldId="578"/>
        </pc:sldMkLst>
        <pc:spChg chg="mod">
          <ac:chgData name="toannguyen141601@gmail.com" userId="d93b6337fa10e7e9" providerId="LiveId" clId="{F91D0941-C107-4420-9C59-6FF3A484E85C}" dt="2024-01-07T01:08:59.525" v="68" actId="1076"/>
          <ac:spMkLst>
            <pc:docMk/>
            <pc:sldMk cId="311808305" sldId="578"/>
            <ac:spMk id="6" creationId="{00000000-0000-0000-0000-000000000000}"/>
          </ac:spMkLst>
        </pc:spChg>
        <pc:picChg chg="add mod">
          <ac:chgData name="toannguyen141601@gmail.com" userId="d93b6337fa10e7e9" providerId="LiveId" clId="{F91D0941-C107-4420-9C59-6FF3A484E85C}" dt="2024-01-07T01:08:53.579" v="67"/>
          <ac:picMkLst>
            <pc:docMk/>
            <pc:sldMk cId="311808305" sldId="578"/>
            <ac:picMk id="2" creationId="{9A8D2A2B-80B9-7D3C-228E-4909AD99C48E}"/>
          </ac:picMkLst>
        </pc:picChg>
      </pc:sldChg>
      <pc:sldChg chg="addSp modSp mod">
        <pc:chgData name="toannguyen141601@gmail.com" userId="d93b6337fa10e7e9" providerId="LiveId" clId="{F91D0941-C107-4420-9C59-6FF3A484E85C}" dt="2024-01-07T01:09:05.375" v="70" actId="1076"/>
        <pc:sldMkLst>
          <pc:docMk/>
          <pc:sldMk cId="1795820610" sldId="579"/>
        </pc:sldMkLst>
        <pc:spChg chg="mod">
          <ac:chgData name="toannguyen141601@gmail.com" userId="d93b6337fa10e7e9" providerId="LiveId" clId="{F91D0941-C107-4420-9C59-6FF3A484E85C}" dt="2024-01-07T01:09:05.375" v="70" actId="1076"/>
          <ac:spMkLst>
            <pc:docMk/>
            <pc:sldMk cId="1795820610" sldId="579"/>
            <ac:spMk id="6" creationId="{00000000-0000-0000-0000-000000000000}"/>
          </ac:spMkLst>
        </pc:spChg>
        <pc:picChg chg="add mod">
          <ac:chgData name="toannguyen141601@gmail.com" userId="d93b6337fa10e7e9" providerId="LiveId" clId="{F91D0941-C107-4420-9C59-6FF3A484E85C}" dt="2024-01-07T01:09:03.243" v="69"/>
          <ac:picMkLst>
            <pc:docMk/>
            <pc:sldMk cId="1795820610" sldId="579"/>
            <ac:picMk id="2" creationId="{6FC52B6F-AFA9-C041-ABF6-8B117DF81875}"/>
          </ac:picMkLst>
        </pc:picChg>
      </pc:sldChg>
      <pc:sldChg chg="addSp modSp mod">
        <pc:chgData name="toannguyen141601@gmail.com" userId="d93b6337fa10e7e9" providerId="LiveId" clId="{F91D0941-C107-4420-9C59-6FF3A484E85C}" dt="2024-01-07T01:09:10.340" v="72" actId="1076"/>
        <pc:sldMkLst>
          <pc:docMk/>
          <pc:sldMk cId="459138590" sldId="580"/>
        </pc:sldMkLst>
        <pc:spChg chg="mod">
          <ac:chgData name="toannguyen141601@gmail.com" userId="d93b6337fa10e7e9" providerId="LiveId" clId="{F91D0941-C107-4420-9C59-6FF3A484E85C}" dt="2024-01-07T01:09:10.340" v="72" actId="1076"/>
          <ac:spMkLst>
            <pc:docMk/>
            <pc:sldMk cId="459138590" sldId="580"/>
            <ac:spMk id="6" creationId="{00000000-0000-0000-0000-000000000000}"/>
          </ac:spMkLst>
        </pc:spChg>
        <pc:picChg chg="add mod">
          <ac:chgData name="toannguyen141601@gmail.com" userId="d93b6337fa10e7e9" providerId="LiveId" clId="{F91D0941-C107-4420-9C59-6FF3A484E85C}" dt="2024-01-07T01:09:07.539" v="71"/>
          <ac:picMkLst>
            <pc:docMk/>
            <pc:sldMk cId="459138590" sldId="580"/>
            <ac:picMk id="3" creationId="{BEBE34B4-B860-BA6C-18BC-928C739FD32B}"/>
          </ac:picMkLst>
        </pc:picChg>
      </pc:sldChg>
      <pc:sldChg chg="addSp modSp mod">
        <pc:chgData name="toannguyen141601@gmail.com" userId="d93b6337fa10e7e9" providerId="LiveId" clId="{F91D0941-C107-4420-9C59-6FF3A484E85C}" dt="2024-01-07T01:09:18.019" v="74" actId="1076"/>
        <pc:sldMkLst>
          <pc:docMk/>
          <pc:sldMk cId="202100233" sldId="581"/>
        </pc:sldMkLst>
        <pc:spChg chg="mod">
          <ac:chgData name="toannguyen141601@gmail.com" userId="d93b6337fa10e7e9" providerId="LiveId" clId="{F91D0941-C107-4420-9C59-6FF3A484E85C}" dt="2024-01-07T01:09:18.019" v="74" actId="1076"/>
          <ac:spMkLst>
            <pc:docMk/>
            <pc:sldMk cId="202100233" sldId="581"/>
            <ac:spMk id="6" creationId="{00000000-0000-0000-0000-000000000000}"/>
          </ac:spMkLst>
        </pc:spChg>
        <pc:picChg chg="add mod">
          <ac:chgData name="toannguyen141601@gmail.com" userId="d93b6337fa10e7e9" providerId="LiveId" clId="{F91D0941-C107-4420-9C59-6FF3A484E85C}" dt="2024-01-07T01:09:16.056" v="73"/>
          <ac:picMkLst>
            <pc:docMk/>
            <pc:sldMk cId="202100233" sldId="581"/>
            <ac:picMk id="2" creationId="{A52D1834-DBB9-6F8E-888F-5BB0C4719B0D}"/>
          </ac:picMkLst>
        </pc:picChg>
      </pc:sldChg>
      <pc:sldChg chg="addSp modSp mod">
        <pc:chgData name="toannguyen141601@gmail.com" userId="d93b6337fa10e7e9" providerId="LiveId" clId="{F91D0941-C107-4420-9C59-6FF3A484E85C}" dt="2024-01-07T01:10:22.647" v="104" actId="1076"/>
        <pc:sldMkLst>
          <pc:docMk/>
          <pc:sldMk cId="556250192" sldId="582"/>
        </pc:sldMkLst>
        <pc:spChg chg="mod">
          <ac:chgData name="toannguyen141601@gmail.com" userId="d93b6337fa10e7e9" providerId="LiveId" clId="{F91D0941-C107-4420-9C59-6FF3A484E85C}" dt="2024-01-07T01:10:22.647" v="104" actId="1076"/>
          <ac:spMkLst>
            <pc:docMk/>
            <pc:sldMk cId="556250192" sldId="582"/>
            <ac:spMk id="35" creationId="{00000000-0000-0000-0000-000000000000}"/>
          </ac:spMkLst>
        </pc:spChg>
        <pc:spChg chg="mod">
          <ac:chgData name="toannguyen141601@gmail.com" userId="d93b6337fa10e7e9" providerId="LiveId" clId="{F91D0941-C107-4420-9C59-6FF3A484E85C}" dt="2024-01-07T01:10:20.422" v="103" actId="1076"/>
          <ac:spMkLst>
            <pc:docMk/>
            <pc:sldMk cId="556250192" sldId="582"/>
            <ac:spMk id="36" creationId="{00000000-0000-0000-0000-000000000000}"/>
          </ac:spMkLst>
        </pc:spChg>
        <pc:picChg chg="add mod">
          <ac:chgData name="toannguyen141601@gmail.com" userId="d93b6337fa10e7e9" providerId="LiveId" clId="{F91D0941-C107-4420-9C59-6FF3A484E85C}" dt="2024-01-07T01:10:12.737" v="102"/>
          <ac:picMkLst>
            <pc:docMk/>
            <pc:sldMk cId="556250192" sldId="582"/>
            <ac:picMk id="3" creationId="{389EFBEB-0045-1108-D762-30C881FD3793}"/>
          </ac:picMkLst>
        </pc:picChg>
      </pc:sldChg>
      <pc:sldChg chg="addSp modSp">
        <pc:chgData name="toannguyen141601@gmail.com" userId="d93b6337fa10e7e9" providerId="LiveId" clId="{F91D0941-C107-4420-9C59-6FF3A484E85C}" dt="2024-01-07T01:16:55.679" v="285" actId="1076"/>
        <pc:sldMkLst>
          <pc:docMk/>
          <pc:sldMk cId="53534688" sldId="587"/>
        </pc:sldMkLst>
        <pc:spChg chg="mod">
          <ac:chgData name="toannguyen141601@gmail.com" userId="d93b6337fa10e7e9" providerId="LiveId" clId="{F91D0941-C107-4420-9C59-6FF3A484E85C}" dt="2024-01-07T01:16:55.679" v="285" actId="1076"/>
          <ac:spMkLst>
            <pc:docMk/>
            <pc:sldMk cId="53534688" sldId="587"/>
            <ac:spMk id="18" creationId="{00000000-0000-0000-0000-000000000000}"/>
          </ac:spMkLst>
        </pc:spChg>
        <pc:picChg chg="add mod">
          <ac:chgData name="toannguyen141601@gmail.com" userId="d93b6337fa10e7e9" providerId="LiveId" clId="{F91D0941-C107-4420-9C59-6FF3A484E85C}" dt="2024-01-07T01:16:53.005" v="284"/>
          <ac:picMkLst>
            <pc:docMk/>
            <pc:sldMk cId="53534688" sldId="587"/>
            <ac:picMk id="2" creationId="{516C5357-8D90-2F51-114E-848C14AC26A0}"/>
          </ac:picMkLst>
        </pc:picChg>
      </pc:sldChg>
      <pc:sldChg chg="addSp modSp">
        <pc:chgData name="toannguyen141601@gmail.com" userId="d93b6337fa10e7e9" providerId="LiveId" clId="{F91D0941-C107-4420-9C59-6FF3A484E85C}" dt="2024-01-07T01:17:01.268" v="287" actId="1076"/>
        <pc:sldMkLst>
          <pc:docMk/>
          <pc:sldMk cId="2935096633" sldId="588"/>
        </pc:sldMkLst>
        <pc:spChg chg="mod">
          <ac:chgData name="toannguyen141601@gmail.com" userId="d93b6337fa10e7e9" providerId="LiveId" clId="{F91D0941-C107-4420-9C59-6FF3A484E85C}" dt="2024-01-07T01:17:01.268" v="287" actId="1076"/>
          <ac:spMkLst>
            <pc:docMk/>
            <pc:sldMk cId="2935096633" sldId="588"/>
            <ac:spMk id="18" creationId="{00000000-0000-0000-0000-000000000000}"/>
          </ac:spMkLst>
        </pc:spChg>
        <pc:picChg chg="add mod">
          <ac:chgData name="toannguyen141601@gmail.com" userId="d93b6337fa10e7e9" providerId="LiveId" clId="{F91D0941-C107-4420-9C59-6FF3A484E85C}" dt="2024-01-07T01:16:57.810" v="286"/>
          <ac:picMkLst>
            <pc:docMk/>
            <pc:sldMk cId="2935096633" sldId="588"/>
            <ac:picMk id="3" creationId="{C817639D-AE1F-5E04-9B2D-3D5A3147F6BD}"/>
          </ac:picMkLst>
        </pc:picChg>
      </pc:sldChg>
      <pc:sldChg chg="addSp modSp mod">
        <pc:chgData name="toannguyen141601@gmail.com" userId="d93b6337fa10e7e9" providerId="LiveId" clId="{F91D0941-C107-4420-9C59-6FF3A484E85C}" dt="2024-01-07T01:07:25.068" v="44" actId="1036"/>
        <pc:sldMkLst>
          <pc:docMk/>
          <pc:sldMk cId="4856909" sldId="598"/>
        </pc:sldMkLst>
        <pc:spChg chg="mod">
          <ac:chgData name="toannguyen141601@gmail.com" userId="d93b6337fa10e7e9" providerId="LiveId" clId="{F91D0941-C107-4420-9C59-6FF3A484E85C}" dt="2024-01-07T01:07:25.068" v="44" actId="1036"/>
          <ac:spMkLst>
            <pc:docMk/>
            <pc:sldMk cId="4856909" sldId="598"/>
            <ac:spMk id="20"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1"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2"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3"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4"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5"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6"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7"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8"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9"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38"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39"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44"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45"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46"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8194" creationId="{00000000-0000-0000-0000-000000000000}"/>
          </ac:spMkLst>
        </pc:spChg>
        <pc:grpChg chg="mod">
          <ac:chgData name="toannguyen141601@gmail.com" userId="d93b6337fa10e7e9" providerId="LiveId" clId="{F91D0941-C107-4420-9C59-6FF3A484E85C}" dt="2024-01-07T01:07:25.068" v="44" actId="1036"/>
          <ac:grpSpMkLst>
            <pc:docMk/>
            <pc:sldMk cId="4856909" sldId="598"/>
            <ac:grpSpMk id="40" creationId="{00000000-0000-0000-0000-000000000000}"/>
          </ac:grpSpMkLst>
        </pc:grpChg>
        <pc:picChg chg="add mod">
          <ac:chgData name="toannguyen141601@gmail.com" userId="d93b6337fa10e7e9" providerId="LiveId" clId="{F91D0941-C107-4420-9C59-6FF3A484E85C}" dt="2024-01-07T01:07:14.196" v="28"/>
          <ac:picMkLst>
            <pc:docMk/>
            <pc:sldMk cId="4856909" sldId="598"/>
            <ac:picMk id="2" creationId="{6665CE5C-483D-0591-E046-F6638EB4ACE5}"/>
          </ac:picMkLst>
        </pc:picChg>
      </pc:sldChg>
      <pc:sldChg chg="addSp modSp mod">
        <pc:chgData name="toannguyen141601@gmail.com" userId="d93b6337fa10e7e9" providerId="LiveId" clId="{F91D0941-C107-4420-9C59-6FF3A484E85C}" dt="2024-01-07T01:09:35.517" v="92" actId="1036"/>
        <pc:sldMkLst>
          <pc:docMk/>
          <pc:sldMk cId="1572865083" sldId="602"/>
        </pc:sldMkLst>
        <pc:spChg chg="mod">
          <ac:chgData name="toannguyen141601@gmail.com" userId="d93b6337fa10e7e9" providerId="LiveId" clId="{F91D0941-C107-4420-9C59-6FF3A484E85C}" dt="2024-01-07T01:09:35.517" v="92" actId="1036"/>
          <ac:spMkLst>
            <pc:docMk/>
            <pc:sldMk cId="1572865083" sldId="602"/>
            <ac:spMk id="20"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1"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2"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3"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4"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5"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6"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7"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8"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9"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38"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39"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44"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45"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46"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8194" creationId="{00000000-0000-0000-0000-000000000000}"/>
          </ac:spMkLst>
        </pc:spChg>
        <pc:grpChg chg="mod">
          <ac:chgData name="toannguyen141601@gmail.com" userId="d93b6337fa10e7e9" providerId="LiveId" clId="{F91D0941-C107-4420-9C59-6FF3A484E85C}" dt="2024-01-07T01:09:35.517" v="92" actId="1036"/>
          <ac:grpSpMkLst>
            <pc:docMk/>
            <pc:sldMk cId="1572865083" sldId="602"/>
            <ac:grpSpMk id="40" creationId="{00000000-0000-0000-0000-000000000000}"/>
          </ac:grpSpMkLst>
        </pc:grpChg>
        <pc:picChg chg="add mod">
          <ac:chgData name="toannguyen141601@gmail.com" userId="d93b6337fa10e7e9" providerId="LiveId" clId="{F91D0941-C107-4420-9C59-6FF3A484E85C}" dt="2024-01-07T01:09:27.697" v="77"/>
          <ac:picMkLst>
            <pc:docMk/>
            <pc:sldMk cId="1572865083" sldId="602"/>
            <ac:picMk id="2" creationId="{679A16B2-C163-83FE-4B36-D2A211F74EE1}"/>
          </ac:picMkLst>
        </pc:picChg>
      </pc:sldChg>
      <pc:sldChg chg="addSp modSp">
        <pc:chgData name="toannguyen141601@gmail.com" userId="d93b6337fa10e7e9" providerId="LiveId" clId="{F91D0941-C107-4420-9C59-6FF3A484E85C}" dt="2024-01-07T01:10:54.681" v="125" actId="1076"/>
        <pc:sldMkLst>
          <pc:docMk/>
          <pc:sldMk cId="1297642320" sldId="603"/>
        </pc:sldMkLst>
        <pc:spChg chg="mod">
          <ac:chgData name="toannguyen141601@gmail.com" userId="d93b6337fa10e7e9" providerId="LiveId" clId="{F91D0941-C107-4420-9C59-6FF3A484E85C}" dt="2024-01-07T01:10:54.681" v="125" actId="1076"/>
          <ac:spMkLst>
            <pc:docMk/>
            <pc:sldMk cId="1297642320" sldId="603"/>
            <ac:spMk id="14" creationId="{00000000-0000-0000-0000-000000000000}"/>
          </ac:spMkLst>
        </pc:spChg>
        <pc:picChg chg="add mod">
          <ac:chgData name="toannguyen141601@gmail.com" userId="d93b6337fa10e7e9" providerId="LiveId" clId="{F91D0941-C107-4420-9C59-6FF3A484E85C}" dt="2024-01-07T01:10:52.267" v="124"/>
          <ac:picMkLst>
            <pc:docMk/>
            <pc:sldMk cId="1297642320" sldId="603"/>
            <ac:picMk id="2" creationId="{A6738857-DA61-E844-9228-9B5120D11571}"/>
          </ac:picMkLst>
        </pc:picChg>
      </pc:sldChg>
      <pc:sldChg chg="addSp modSp">
        <pc:chgData name="toannguyen141601@gmail.com" userId="d93b6337fa10e7e9" providerId="LiveId" clId="{F91D0941-C107-4420-9C59-6FF3A484E85C}" dt="2024-01-07T01:10:59.553" v="127" actId="1076"/>
        <pc:sldMkLst>
          <pc:docMk/>
          <pc:sldMk cId="1644301755" sldId="604"/>
        </pc:sldMkLst>
        <pc:spChg chg="mod">
          <ac:chgData name="toannguyen141601@gmail.com" userId="d93b6337fa10e7e9" providerId="LiveId" clId="{F91D0941-C107-4420-9C59-6FF3A484E85C}" dt="2024-01-07T01:10:59.553" v="127" actId="1076"/>
          <ac:spMkLst>
            <pc:docMk/>
            <pc:sldMk cId="1644301755" sldId="604"/>
            <ac:spMk id="14" creationId="{00000000-0000-0000-0000-000000000000}"/>
          </ac:spMkLst>
        </pc:spChg>
        <pc:picChg chg="add mod">
          <ac:chgData name="toannguyen141601@gmail.com" userId="d93b6337fa10e7e9" providerId="LiveId" clId="{F91D0941-C107-4420-9C59-6FF3A484E85C}" dt="2024-01-07T01:10:56.280" v="126"/>
          <ac:picMkLst>
            <pc:docMk/>
            <pc:sldMk cId="1644301755" sldId="604"/>
            <ac:picMk id="2" creationId="{6613C9BC-BC1D-6F9C-A70A-8EFAF36E0696}"/>
          </ac:picMkLst>
        </pc:picChg>
      </pc:sldChg>
      <pc:sldChg chg="addSp modSp">
        <pc:chgData name="toannguyen141601@gmail.com" userId="d93b6337fa10e7e9" providerId="LiveId" clId="{F91D0941-C107-4420-9C59-6FF3A484E85C}" dt="2024-01-07T01:11:04.017" v="129" actId="1076"/>
        <pc:sldMkLst>
          <pc:docMk/>
          <pc:sldMk cId="1811654608" sldId="606"/>
        </pc:sldMkLst>
        <pc:spChg chg="mod">
          <ac:chgData name="toannguyen141601@gmail.com" userId="d93b6337fa10e7e9" providerId="LiveId" clId="{F91D0941-C107-4420-9C59-6FF3A484E85C}" dt="2024-01-07T01:11:04.017" v="129" actId="1076"/>
          <ac:spMkLst>
            <pc:docMk/>
            <pc:sldMk cId="1811654608" sldId="606"/>
            <ac:spMk id="23" creationId="{00000000-0000-0000-0000-000000000000}"/>
          </ac:spMkLst>
        </pc:spChg>
        <pc:picChg chg="add mod">
          <ac:chgData name="toannguyen141601@gmail.com" userId="d93b6337fa10e7e9" providerId="LiveId" clId="{F91D0941-C107-4420-9C59-6FF3A484E85C}" dt="2024-01-07T01:11:01.719" v="128"/>
          <ac:picMkLst>
            <pc:docMk/>
            <pc:sldMk cId="1811654608" sldId="606"/>
            <ac:picMk id="2" creationId="{433F2200-C2A8-5D02-9332-F7DF348D2041}"/>
          </ac:picMkLst>
        </pc:picChg>
      </pc:sldChg>
      <pc:sldChg chg="addSp modSp">
        <pc:chgData name="toannguyen141601@gmail.com" userId="d93b6337fa10e7e9" providerId="LiveId" clId="{F91D0941-C107-4420-9C59-6FF3A484E85C}" dt="2024-01-07T01:11:07.354" v="131" actId="1076"/>
        <pc:sldMkLst>
          <pc:docMk/>
          <pc:sldMk cId="1135492872" sldId="607"/>
        </pc:sldMkLst>
        <pc:spChg chg="mod">
          <ac:chgData name="toannguyen141601@gmail.com" userId="d93b6337fa10e7e9" providerId="LiveId" clId="{F91D0941-C107-4420-9C59-6FF3A484E85C}" dt="2024-01-07T01:11:07.354" v="131" actId="1076"/>
          <ac:spMkLst>
            <pc:docMk/>
            <pc:sldMk cId="1135492872" sldId="607"/>
            <ac:spMk id="23" creationId="{00000000-0000-0000-0000-000000000000}"/>
          </ac:spMkLst>
        </pc:spChg>
        <pc:picChg chg="add mod">
          <ac:chgData name="toannguyen141601@gmail.com" userId="d93b6337fa10e7e9" providerId="LiveId" clId="{F91D0941-C107-4420-9C59-6FF3A484E85C}" dt="2024-01-07T01:11:05.433" v="130"/>
          <ac:picMkLst>
            <pc:docMk/>
            <pc:sldMk cId="1135492872" sldId="607"/>
            <ac:picMk id="2" creationId="{B1BF1FE0-4F19-E53C-58D6-9444A14B5176}"/>
          </ac:picMkLst>
        </pc:picChg>
      </pc:sldChg>
      <pc:sldChg chg="addSp modSp">
        <pc:chgData name="toannguyen141601@gmail.com" userId="d93b6337fa10e7e9" providerId="LiveId" clId="{F91D0941-C107-4420-9C59-6FF3A484E85C}" dt="2024-01-07T01:11:21.025" v="135" actId="1076"/>
        <pc:sldMkLst>
          <pc:docMk/>
          <pc:sldMk cId="633205064" sldId="608"/>
        </pc:sldMkLst>
        <pc:spChg chg="mod">
          <ac:chgData name="toannguyen141601@gmail.com" userId="d93b6337fa10e7e9" providerId="LiveId" clId="{F91D0941-C107-4420-9C59-6FF3A484E85C}" dt="2024-01-07T01:11:21.025" v="135" actId="1076"/>
          <ac:spMkLst>
            <pc:docMk/>
            <pc:sldMk cId="633205064" sldId="608"/>
            <ac:spMk id="23" creationId="{00000000-0000-0000-0000-000000000000}"/>
          </ac:spMkLst>
        </pc:spChg>
        <pc:picChg chg="add mod">
          <ac:chgData name="toannguyen141601@gmail.com" userId="d93b6337fa10e7e9" providerId="LiveId" clId="{F91D0941-C107-4420-9C59-6FF3A484E85C}" dt="2024-01-07T01:11:18.945" v="134"/>
          <ac:picMkLst>
            <pc:docMk/>
            <pc:sldMk cId="633205064" sldId="608"/>
            <ac:picMk id="2" creationId="{756789D6-A1DC-29E3-D0F2-9C7661C0A043}"/>
          </ac:picMkLst>
        </pc:picChg>
      </pc:sldChg>
      <pc:sldChg chg="addSp modSp">
        <pc:chgData name="toannguyen141601@gmail.com" userId="d93b6337fa10e7e9" providerId="LiveId" clId="{F91D0941-C107-4420-9C59-6FF3A484E85C}" dt="2024-01-07T01:11:26.937" v="137" actId="1076"/>
        <pc:sldMkLst>
          <pc:docMk/>
          <pc:sldMk cId="1321383459" sldId="609"/>
        </pc:sldMkLst>
        <pc:spChg chg="mod">
          <ac:chgData name="toannguyen141601@gmail.com" userId="d93b6337fa10e7e9" providerId="LiveId" clId="{F91D0941-C107-4420-9C59-6FF3A484E85C}" dt="2024-01-07T01:11:26.937" v="137" actId="1076"/>
          <ac:spMkLst>
            <pc:docMk/>
            <pc:sldMk cId="1321383459" sldId="609"/>
            <ac:spMk id="20" creationId="{00000000-0000-0000-0000-000000000000}"/>
          </ac:spMkLst>
        </pc:spChg>
        <pc:picChg chg="add mod">
          <ac:chgData name="toannguyen141601@gmail.com" userId="d93b6337fa10e7e9" providerId="LiveId" clId="{F91D0941-C107-4420-9C59-6FF3A484E85C}" dt="2024-01-07T01:11:24.250" v="136"/>
          <ac:picMkLst>
            <pc:docMk/>
            <pc:sldMk cId="1321383459" sldId="609"/>
            <ac:picMk id="2" creationId="{AF178685-C38C-738C-C3EF-799ACDF7773D}"/>
          </ac:picMkLst>
        </pc:picChg>
      </pc:sldChg>
      <pc:sldChg chg="addSp modSp">
        <pc:chgData name="toannguyen141601@gmail.com" userId="d93b6337fa10e7e9" providerId="LiveId" clId="{F91D0941-C107-4420-9C59-6FF3A484E85C}" dt="2024-01-07T01:11:30.650" v="139" actId="1076"/>
        <pc:sldMkLst>
          <pc:docMk/>
          <pc:sldMk cId="581395436" sldId="611"/>
        </pc:sldMkLst>
        <pc:spChg chg="mod">
          <ac:chgData name="toannguyen141601@gmail.com" userId="d93b6337fa10e7e9" providerId="LiveId" clId="{F91D0941-C107-4420-9C59-6FF3A484E85C}" dt="2024-01-07T01:11:30.650" v="139" actId="1076"/>
          <ac:spMkLst>
            <pc:docMk/>
            <pc:sldMk cId="581395436" sldId="611"/>
            <ac:spMk id="17" creationId="{00000000-0000-0000-0000-000000000000}"/>
          </ac:spMkLst>
        </pc:spChg>
        <pc:picChg chg="add mod">
          <ac:chgData name="toannguyen141601@gmail.com" userId="d93b6337fa10e7e9" providerId="LiveId" clId="{F91D0941-C107-4420-9C59-6FF3A484E85C}" dt="2024-01-07T01:11:28.298" v="138"/>
          <ac:picMkLst>
            <pc:docMk/>
            <pc:sldMk cId="581395436" sldId="611"/>
            <ac:picMk id="3" creationId="{A9DFB567-3D03-2092-4DCD-F43C0BE74ED0}"/>
          </ac:picMkLst>
        </pc:picChg>
      </pc:sldChg>
      <pc:sldChg chg="addSp modSp mod">
        <pc:chgData name="toannguyen141601@gmail.com" userId="d93b6337fa10e7e9" providerId="LiveId" clId="{F91D0941-C107-4420-9C59-6FF3A484E85C}" dt="2024-01-07T01:11:55.625" v="168"/>
        <pc:sldMkLst>
          <pc:docMk/>
          <pc:sldMk cId="3075972049" sldId="612"/>
        </pc:sldMkLst>
        <pc:spChg chg="mod">
          <ac:chgData name="toannguyen141601@gmail.com" userId="d93b6337fa10e7e9" providerId="LiveId" clId="{F91D0941-C107-4420-9C59-6FF3A484E85C}" dt="2024-01-07T01:11:53.697" v="167" actId="1036"/>
          <ac:spMkLst>
            <pc:docMk/>
            <pc:sldMk cId="3075972049" sldId="612"/>
            <ac:spMk id="20"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1"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2"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3"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4"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5"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6"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7"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8"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9"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38"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39"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44"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45"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46"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8194" creationId="{00000000-0000-0000-0000-000000000000}"/>
          </ac:spMkLst>
        </pc:spChg>
        <pc:grpChg chg="mod">
          <ac:chgData name="toannguyen141601@gmail.com" userId="d93b6337fa10e7e9" providerId="LiveId" clId="{F91D0941-C107-4420-9C59-6FF3A484E85C}" dt="2024-01-07T01:11:53.697" v="167" actId="1036"/>
          <ac:grpSpMkLst>
            <pc:docMk/>
            <pc:sldMk cId="3075972049" sldId="612"/>
            <ac:grpSpMk id="40" creationId="{00000000-0000-0000-0000-000000000000}"/>
          </ac:grpSpMkLst>
        </pc:grpChg>
        <pc:picChg chg="add mod">
          <ac:chgData name="toannguyen141601@gmail.com" userId="d93b6337fa10e7e9" providerId="LiveId" clId="{F91D0941-C107-4420-9C59-6FF3A484E85C}" dt="2024-01-07T01:11:55.625" v="168"/>
          <ac:picMkLst>
            <pc:docMk/>
            <pc:sldMk cId="3075972049" sldId="612"/>
            <ac:picMk id="2" creationId="{E5D1C242-35E1-9ABE-0F2F-095DF2ED5FB5}"/>
          </ac:picMkLst>
        </pc:picChg>
      </pc:sldChg>
      <pc:sldChg chg="addSp modSp">
        <pc:chgData name="toannguyen141601@gmail.com" userId="d93b6337fa10e7e9" providerId="LiveId" clId="{F91D0941-C107-4420-9C59-6FF3A484E85C}" dt="2024-01-07T01:12:29.823" v="180" actId="1076"/>
        <pc:sldMkLst>
          <pc:docMk/>
          <pc:sldMk cId="393728937" sldId="613"/>
        </pc:sldMkLst>
        <pc:spChg chg="mod">
          <ac:chgData name="toannguyen141601@gmail.com" userId="d93b6337fa10e7e9" providerId="LiveId" clId="{F91D0941-C107-4420-9C59-6FF3A484E85C}" dt="2024-01-07T01:12:29.823" v="180" actId="1076"/>
          <ac:spMkLst>
            <pc:docMk/>
            <pc:sldMk cId="393728937" sldId="613"/>
            <ac:spMk id="17" creationId="{00000000-0000-0000-0000-000000000000}"/>
          </ac:spMkLst>
        </pc:spChg>
        <pc:picChg chg="add mod">
          <ac:chgData name="toannguyen141601@gmail.com" userId="d93b6337fa10e7e9" providerId="LiveId" clId="{F91D0941-C107-4420-9C59-6FF3A484E85C}" dt="2024-01-07T01:12:27.496" v="179"/>
          <ac:picMkLst>
            <pc:docMk/>
            <pc:sldMk cId="393728937" sldId="613"/>
            <ac:picMk id="2" creationId="{2BC8BEA5-3D70-34F7-0F7E-2181190C5ABB}"/>
          </ac:picMkLst>
        </pc:picChg>
      </pc:sldChg>
      <pc:sldChg chg="addSp modSp">
        <pc:chgData name="toannguyen141601@gmail.com" userId="d93b6337fa10e7e9" providerId="LiveId" clId="{F91D0941-C107-4420-9C59-6FF3A484E85C}" dt="2024-01-07T01:12:09.222" v="172" actId="1076"/>
        <pc:sldMkLst>
          <pc:docMk/>
          <pc:sldMk cId="343055921" sldId="614"/>
        </pc:sldMkLst>
        <pc:spChg chg="mod">
          <ac:chgData name="toannguyen141601@gmail.com" userId="d93b6337fa10e7e9" providerId="LiveId" clId="{F91D0941-C107-4420-9C59-6FF3A484E85C}" dt="2024-01-07T01:12:09.222" v="172" actId="1076"/>
          <ac:spMkLst>
            <pc:docMk/>
            <pc:sldMk cId="343055921" sldId="614"/>
            <ac:spMk id="17" creationId="{00000000-0000-0000-0000-000000000000}"/>
          </ac:spMkLst>
        </pc:spChg>
        <pc:picChg chg="add mod">
          <ac:chgData name="toannguyen141601@gmail.com" userId="d93b6337fa10e7e9" providerId="LiveId" clId="{F91D0941-C107-4420-9C59-6FF3A484E85C}" dt="2024-01-07T01:12:06.840" v="171"/>
          <ac:picMkLst>
            <pc:docMk/>
            <pc:sldMk cId="343055921" sldId="614"/>
            <ac:picMk id="3" creationId="{96C024D6-089C-C89F-3E13-2892FCA20452}"/>
          </ac:picMkLst>
        </pc:picChg>
      </pc:sldChg>
      <pc:sldChg chg="addSp modSp">
        <pc:chgData name="toannguyen141601@gmail.com" userId="d93b6337fa10e7e9" providerId="LiveId" clId="{F91D0941-C107-4420-9C59-6FF3A484E85C}" dt="2024-01-07T01:12:15.532" v="174" actId="1076"/>
        <pc:sldMkLst>
          <pc:docMk/>
          <pc:sldMk cId="3657053556" sldId="615"/>
        </pc:sldMkLst>
        <pc:spChg chg="mod">
          <ac:chgData name="toannguyen141601@gmail.com" userId="d93b6337fa10e7e9" providerId="LiveId" clId="{F91D0941-C107-4420-9C59-6FF3A484E85C}" dt="2024-01-07T01:12:15.532" v="174" actId="1076"/>
          <ac:spMkLst>
            <pc:docMk/>
            <pc:sldMk cId="3657053556" sldId="615"/>
            <ac:spMk id="17" creationId="{00000000-0000-0000-0000-000000000000}"/>
          </ac:spMkLst>
        </pc:spChg>
        <pc:picChg chg="add mod">
          <ac:chgData name="toannguyen141601@gmail.com" userId="d93b6337fa10e7e9" providerId="LiveId" clId="{F91D0941-C107-4420-9C59-6FF3A484E85C}" dt="2024-01-07T01:12:11.764" v="173"/>
          <ac:picMkLst>
            <pc:docMk/>
            <pc:sldMk cId="3657053556" sldId="615"/>
            <ac:picMk id="3" creationId="{22DC6EAF-B0DC-304D-4AC3-B4255794321F}"/>
          </ac:picMkLst>
        </pc:picChg>
      </pc:sldChg>
      <pc:sldChg chg="addSp modSp">
        <pc:chgData name="toannguyen141601@gmail.com" userId="d93b6337fa10e7e9" providerId="LiveId" clId="{F91D0941-C107-4420-9C59-6FF3A484E85C}" dt="2024-01-07T01:12:20.057" v="176" actId="1076"/>
        <pc:sldMkLst>
          <pc:docMk/>
          <pc:sldMk cId="1541464430" sldId="616"/>
        </pc:sldMkLst>
        <pc:spChg chg="mod">
          <ac:chgData name="toannguyen141601@gmail.com" userId="d93b6337fa10e7e9" providerId="LiveId" clId="{F91D0941-C107-4420-9C59-6FF3A484E85C}" dt="2024-01-07T01:12:20.057" v="176" actId="1076"/>
          <ac:spMkLst>
            <pc:docMk/>
            <pc:sldMk cId="1541464430" sldId="616"/>
            <ac:spMk id="17" creationId="{00000000-0000-0000-0000-000000000000}"/>
          </ac:spMkLst>
        </pc:spChg>
        <pc:picChg chg="add mod">
          <ac:chgData name="toannguyen141601@gmail.com" userId="d93b6337fa10e7e9" providerId="LiveId" clId="{F91D0941-C107-4420-9C59-6FF3A484E85C}" dt="2024-01-07T01:12:17.677" v="175"/>
          <ac:picMkLst>
            <pc:docMk/>
            <pc:sldMk cId="1541464430" sldId="616"/>
            <ac:picMk id="9" creationId="{D5F8BC0D-8BA5-C8A1-E966-FD7C95AB4E67}"/>
          </ac:picMkLst>
        </pc:picChg>
      </pc:sldChg>
      <pc:sldChg chg="addSp modSp">
        <pc:chgData name="toannguyen141601@gmail.com" userId="d93b6337fa10e7e9" providerId="LiveId" clId="{F91D0941-C107-4420-9C59-6FF3A484E85C}" dt="2024-01-07T01:12:25.689" v="178" actId="1076"/>
        <pc:sldMkLst>
          <pc:docMk/>
          <pc:sldMk cId="1350655299" sldId="617"/>
        </pc:sldMkLst>
        <pc:spChg chg="mod">
          <ac:chgData name="toannguyen141601@gmail.com" userId="d93b6337fa10e7e9" providerId="LiveId" clId="{F91D0941-C107-4420-9C59-6FF3A484E85C}" dt="2024-01-07T01:12:25.689" v="178" actId="1076"/>
          <ac:spMkLst>
            <pc:docMk/>
            <pc:sldMk cId="1350655299" sldId="617"/>
            <ac:spMk id="17" creationId="{00000000-0000-0000-0000-000000000000}"/>
          </ac:spMkLst>
        </pc:spChg>
        <pc:picChg chg="add mod">
          <ac:chgData name="toannguyen141601@gmail.com" userId="d93b6337fa10e7e9" providerId="LiveId" clId="{F91D0941-C107-4420-9C59-6FF3A484E85C}" dt="2024-01-07T01:12:22.403" v="177"/>
          <ac:picMkLst>
            <pc:docMk/>
            <pc:sldMk cId="1350655299" sldId="617"/>
            <ac:picMk id="8" creationId="{AFFF026E-55E2-C34E-8E71-84AE49B0840C}"/>
          </ac:picMkLst>
        </pc:picChg>
      </pc:sldChg>
      <pc:sldChg chg="addSp modSp">
        <pc:chgData name="toannguyen141601@gmail.com" userId="d93b6337fa10e7e9" providerId="LiveId" clId="{F91D0941-C107-4420-9C59-6FF3A484E85C}" dt="2024-01-07T01:12:35.462" v="182" actId="1076"/>
        <pc:sldMkLst>
          <pc:docMk/>
          <pc:sldMk cId="4026348324" sldId="621"/>
        </pc:sldMkLst>
        <pc:spChg chg="mod">
          <ac:chgData name="toannguyen141601@gmail.com" userId="d93b6337fa10e7e9" providerId="LiveId" clId="{F91D0941-C107-4420-9C59-6FF3A484E85C}" dt="2024-01-07T01:12:35.462" v="182" actId="1076"/>
          <ac:spMkLst>
            <pc:docMk/>
            <pc:sldMk cId="4026348324" sldId="621"/>
            <ac:spMk id="17" creationId="{00000000-0000-0000-0000-000000000000}"/>
          </ac:spMkLst>
        </pc:spChg>
        <pc:picChg chg="add mod">
          <ac:chgData name="toannguyen141601@gmail.com" userId="d93b6337fa10e7e9" providerId="LiveId" clId="{F91D0941-C107-4420-9C59-6FF3A484E85C}" dt="2024-01-07T01:12:32.497" v="181"/>
          <ac:picMkLst>
            <pc:docMk/>
            <pc:sldMk cId="4026348324" sldId="621"/>
            <ac:picMk id="2" creationId="{8931F395-44AF-F136-AFBC-3CD104FC7BD5}"/>
          </ac:picMkLst>
        </pc:picChg>
      </pc:sldChg>
      <pc:sldChg chg="addSp modSp">
        <pc:chgData name="toannguyen141601@gmail.com" userId="d93b6337fa10e7e9" providerId="LiveId" clId="{F91D0941-C107-4420-9C59-6FF3A484E85C}" dt="2024-01-07T01:12:41.984" v="184" actId="1076"/>
        <pc:sldMkLst>
          <pc:docMk/>
          <pc:sldMk cId="1013145740" sldId="622"/>
        </pc:sldMkLst>
        <pc:spChg chg="mod">
          <ac:chgData name="toannguyen141601@gmail.com" userId="d93b6337fa10e7e9" providerId="LiveId" clId="{F91D0941-C107-4420-9C59-6FF3A484E85C}" dt="2024-01-07T01:12:41.984" v="184" actId="1076"/>
          <ac:spMkLst>
            <pc:docMk/>
            <pc:sldMk cId="1013145740" sldId="622"/>
            <ac:spMk id="17" creationId="{00000000-0000-0000-0000-000000000000}"/>
          </ac:spMkLst>
        </pc:spChg>
        <pc:picChg chg="add mod">
          <ac:chgData name="toannguyen141601@gmail.com" userId="d93b6337fa10e7e9" providerId="LiveId" clId="{F91D0941-C107-4420-9C59-6FF3A484E85C}" dt="2024-01-07T01:12:37.772" v="183"/>
          <ac:picMkLst>
            <pc:docMk/>
            <pc:sldMk cId="1013145740" sldId="622"/>
            <ac:picMk id="2" creationId="{5E741FF0-1AA3-FB4A-A927-38C69CE96659}"/>
          </ac:picMkLst>
        </pc:picChg>
      </pc:sldChg>
      <pc:sldChg chg="addSp modSp">
        <pc:chgData name="toannguyen141601@gmail.com" userId="d93b6337fa10e7e9" providerId="LiveId" clId="{F91D0941-C107-4420-9C59-6FF3A484E85C}" dt="2024-01-07T01:14:54.680" v="188" actId="1076"/>
        <pc:sldMkLst>
          <pc:docMk/>
          <pc:sldMk cId="1521575546" sldId="623"/>
        </pc:sldMkLst>
        <pc:spChg chg="mod">
          <ac:chgData name="toannguyen141601@gmail.com" userId="d93b6337fa10e7e9" providerId="LiveId" clId="{F91D0941-C107-4420-9C59-6FF3A484E85C}" dt="2024-01-07T01:14:54.680" v="188" actId="1076"/>
          <ac:spMkLst>
            <pc:docMk/>
            <pc:sldMk cId="1521575546" sldId="623"/>
            <ac:spMk id="17" creationId="{00000000-0000-0000-0000-000000000000}"/>
          </ac:spMkLst>
        </pc:spChg>
        <pc:picChg chg="add mod">
          <ac:chgData name="toannguyen141601@gmail.com" userId="d93b6337fa10e7e9" providerId="LiveId" clId="{F91D0941-C107-4420-9C59-6FF3A484E85C}" dt="2024-01-07T01:14:52.755" v="187"/>
          <ac:picMkLst>
            <pc:docMk/>
            <pc:sldMk cId="1521575546" sldId="623"/>
            <ac:picMk id="2" creationId="{53D0E1DB-F492-4BFF-9AB1-E7E1DECF97FF}"/>
          </ac:picMkLst>
        </pc:picChg>
      </pc:sldChg>
      <pc:sldChg chg="addSp modSp">
        <pc:chgData name="toannguyen141601@gmail.com" userId="d93b6337fa10e7e9" providerId="LiveId" clId="{F91D0941-C107-4420-9C59-6FF3A484E85C}" dt="2024-01-07T01:14:51.264" v="186" actId="1076"/>
        <pc:sldMkLst>
          <pc:docMk/>
          <pc:sldMk cId="620271406" sldId="624"/>
        </pc:sldMkLst>
        <pc:spChg chg="mod">
          <ac:chgData name="toannguyen141601@gmail.com" userId="d93b6337fa10e7e9" providerId="LiveId" clId="{F91D0941-C107-4420-9C59-6FF3A484E85C}" dt="2024-01-07T01:14:51.264" v="186" actId="1076"/>
          <ac:spMkLst>
            <pc:docMk/>
            <pc:sldMk cId="620271406" sldId="624"/>
            <ac:spMk id="17" creationId="{00000000-0000-0000-0000-000000000000}"/>
          </ac:spMkLst>
        </pc:spChg>
        <pc:picChg chg="add mod">
          <ac:chgData name="toannguyen141601@gmail.com" userId="d93b6337fa10e7e9" providerId="LiveId" clId="{F91D0941-C107-4420-9C59-6FF3A484E85C}" dt="2024-01-07T01:14:49.307" v="185"/>
          <ac:picMkLst>
            <pc:docMk/>
            <pc:sldMk cId="620271406" sldId="624"/>
            <ac:picMk id="3" creationId="{F142A86F-8B9C-8AED-E0E2-6794EF3005B4}"/>
          </ac:picMkLst>
        </pc:picChg>
      </pc:sldChg>
      <pc:sldChg chg="addSp modSp">
        <pc:chgData name="toannguyen141601@gmail.com" userId="d93b6337fa10e7e9" providerId="LiveId" clId="{F91D0941-C107-4420-9C59-6FF3A484E85C}" dt="2024-01-07T01:14:58.325" v="190" actId="1076"/>
        <pc:sldMkLst>
          <pc:docMk/>
          <pc:sldMk cId="2342089916" sldId="625"/>
        </pc:sldMkLst>
        <pc:spChg chg="mod">
          <ac:chgData name="toannguyen141601@gmail.com" userId="d93b6337fa10e7e9" providerId="LiveId" clId="{F91D0941-C107-4420-9C59-6FF3A484E85C}" dt="2024-01-07T01:14:58.325" v="190" actId="1076"/>
          <ac:spMkLst>
            <pc:docMk/>
            <pc:sldMk cId="2342089916" sldId="625"/>
            <ac:spMk id="17" creationId="{00000000-0000-0000-0000-000000000000}"/>
          </ac:spMkLst>
        </pc:spChg>
        <pc:picChg chg="add mod">
          <ac:chgData name="toannguyen141601@gmail.com" userId="d93b6337fa10e7e9" providerId="LiveId" clId="{F91D0941-C107-4420-9C59-6FF3A484E85C}" dt="2024-01-07T01:14:56.888" v="189"/>
          <ac:picMkLst>
            <pc:docMk/>
            <pc:sldMk cId="2342089916" sldId="625"/>
            <ac:picMk id="2" creationId="{C81821C5-3D42-4E21-EF0E-9E471708A70F}"/>
          </ac:picMkLst>
        </pc:picChg>
      </pc:sldChg>
      <pc:sldChg chg="addSp modSp">
        <pc:chgData name="toannguyen141601@gmail.com" userId="d93b6337fa10e7e9" providerId="LiveId" clId="{F91D0941-C107-4420-9C59-6FF3A484E85C}" dt="2024-01-07T01:15:03.690" v="192" actId="1076"/>
        <pc:sldMkLst>
          <pc:docMk/>
          <pc:sldMk cId="249664484" sldId="626"/>
        </pc:sldMkLst>
        <pc:spChg chg="mod">
          <ac:chgData name="toannguyen141601@gmail.com" userId="d93b6337fa10e7e9" providerId="LiveId" clId="{F91D0941-C107-4420-9C59-6FF3A484E85C}" dt="2024-01-07T01:15:03.690" v="192" actId="1076"/>
          <ac:spMkLst>
            <pc:docMk/>
            <pc:sldMk cId="249664484" sldId="626"/>
            <ac:spMk id="17" creationId="{00000000-0000-0000-0000-000000000000}"/>
          </ac:spMkLst>
        </pc:spChg>
        <pc:picChg chg="add mod">
          <ac:chgData name="toannguyen141601@gmail.com" userId="d93b6337fa10e7e9" providerId="LiveId" clId="{F91D0941-C107-4420-9C59-6FF3A484E85C}" dt="2024-01-07T01:15:00.179" v="191"/>
          <ac:picMkLst>
            <pc:docMk/>
            <pc:sldMk cId="249664484" sldId="626"/>
            <ac:picMk id="2" creationId="{C06EF026-E5C8-03AC-CBBB-CC2B92FF092F}"/>
          </ac:picMkLst>
        </pc:picChg>
      </pc:sldChg>
      <pc:sldChg chg="addSp modSp mod">
        <pc:chgData name="toannguyen141601@gmail.com" userId="d93b6337fa10e7e9" providerId="LiveId" clId="{F91D0941-C107-4420-9C59-6FF3A484E85C}" dt="2024-01-07T01:15:27.452" v="224" actId="1036"/>
        <pc:sldMkLst>
          <pc:docMk/>
          <pc:sldMk cId="806662796" sldId="627"/>
        </pc:sldMkLst>
        <pc:spChg chg="mod">
          <ac:chgData name="toannguyen141601@gmail.com" userId="d93b6337fa10e7e9" providerId="LiveId" clId="{F91D0941-C107-4420-9C59-6FF3A484E85C}" dt="2024-01-07T01:15:27.452" v="224" actId="1036"/>
          <ac:spMkLst>
            <pc:docMk/>
            <pc:sldMk cId="806662796" sldId="627"/>
            <ac:spMk id="20"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1"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2"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3"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4"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5"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6"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7"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8"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9"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38"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39"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44"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45"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46"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8194" creationId="{00000000-0000-0000-0000-000000000000}"/>
          </ac:spMkLst>
        </pc:spChg>
        <pc:grpChg chg="mod">
          <ac:chgData name="toannguyen141601@gmail.com" userId="d93b6337fa10e7e9" providerId="LiveId" clId="{F91D0941-C107-4420-9C59-6FF3A484E85C}" dt="2024-01-07T01:15:27.452" v="224" actId="1036"/>
          <ac:grpSpMkLst>
            <pc:docMk/>
            <pc:sldMk cId="806662796" sldId="627"/>
            <ac:grpSpMk id="40" creationId="{00000000-0000-0000-0000-000000000000}"/>
          </ac:grpSpMkLst>
        </pc:grpChg>
        <pc:picChg chg="add mod">
          <ac:chgData name="toannguyen141601@gmail.com" userId="d93b6337fa10e7e9" providerId="LiveId" clId="{F91D0941-C107-4420-9C59-6FF3A484E85C}" dt="2024-01-07T01:15:20.853" v="193"/>
          <ac:picMkLst>
            <pc:docMk/>
            <pc:sldMk cId="806662796" sldId="627"/>
            <ac:picMk id="2" creationId="{A0D936AE-BC7A-D2D0-59A2-CCBE1C247D7C}"/>
          </ac:picMkLst>
        </pc:picChg>
      </pc:sldChg>
      <pc:sldChg chg="addSp modSp">
        <pc:chgData name="toannguyen141601@gmail.com" userId="d93b6337fa10e7e9" providerId="LiveId" clId="{F91D0941-C107-4420-9C59-6FF3A484E85C}" dt="2024-01-07T01:15:45.150" v="230" actId="1076"/>
        <pc:sldMkLst>
          <pc:docMk/>
          <pc:sldMk cId="4137360559" sldId="628"/>
        </pc:sldMkLst>
        <pc:spChg chg="mod">
          <ac:chgData name="toannguyen141601@gmail.com" userId="d93b6337fa10e7e9" providerId="LiveId" clId="{F91D0941-C107-4420-9C59-6FF3A484E85C}" dt="2024-01-07T01:15:45.150" v="230" actId="1076"/>
          <ac:spMkLst>
            <pc:docMk/>
            <pc:sldMk cId="4137360559" sldId="628"/>
            <ac:spMk id="17" creationId="{00000000-0000-0000-0000-000000000000}"/>
          </ac:spMkLst>
        </pc:spChg>
        <pc:picChg chg="add mod">
          <ac:chgData name="toannguyen141601@gmail.com" userId="d93b6337fa10e7e9" providerId="LiveId" clId="{F91D0941-C107-4420-9C59-6FF3A484E85C}" dt="2024-01-07T01:15:43.321" v="229"/>
          <ac:picMkLst>
            <pc:docMk/>
            <pc:sldMk cId="4137360559" sldId="628"/>
            <ac:picMk id="2" creationId="{C8307963-4732-C07A-B2A9-A818155775B3}"/>
          </ac:picMkLst>
        </pc:picChg>
      </pc:sldChg>
      <pc:sldChg chg="addSp modSp">
        <pc:chgData name="toannguyen141601@gmail.com" userId="d93b6337fa10e7e9" providerId="LiveId" clId="{F91D0941-C107-4420-9C59-6FF3A484E85C}" dt="2024-01-07T01:15:51.076" v="233"/>
        <pc:sldMkLst>
          <pc:docMk/>
          <pc:sldMk cId="3418655650" sldId="629"/>
        </pc:sldMkLst>
        <pc:picChg chg="add mod">
          <ac:chgData name="toannguyen141601@gmail.com" userId="d93b6337fa10e7e9" providerId="LiveId" clId="{F91D0941-C107-4420-9C59-6FF3A484E85C}" dt="2024-01-07T01:15:51.076" v="233"/>
          <ac:picMkLst>
            <pc:docMk/>
            <pc:sldMk cId="3418655650" sldId="629"/>
            <ac:picMk id="2" creationId="{5F30C21E-0540-1365-E49F-AB6C7C86738E}"/>
          </ac:picMkLst>
        </pc:picChg>
      </pc:sldChg>
      <pc:sldChg chg="addSp modSp">
        <pc:chgData name="toannguyen141601@gmail.com" userId="d93b6337fa10e7e9" providerId="LiveId" clId="{F91D0941-C107-4420-9C59-6FF3A484E85C}" dt="2024-01-07T01:16:15.713" v="270" actId="1076"/>
        <pc:sldMkLst>
          <pc:docMk/>
          <pc:sldMk cId="3375634033" sldId="630"/>
        </pc:sldMkLst>
        <pc:spChg chg="mod">
          <ac:chgData name="toannguyen141601@gmail.com" userId="d93b6337fa10e7e9" providerId="LiveId" clId="{F91D0941-C107-4420-9C59-6FF3A484E85C}" dt="2024-01-07T01:16:15.713" v="270" actId="1076"/>
          <ac:spMkLst>
            <pc:docMk/>
            <pc:sldMk cId="3375634033" sldId="630"/>
            <ac:spMk id="17" creationId="{00000000-0000-0000-0000-000000000000}"/>
          </ac:spMkLst>
        </pc:spChg>
        <pc:picChg chg="add mod">
          <ac:chgData name="toannguyen141601@gmail.com" userId="d93b6337fa10e7e9" providerId="LiveId" clId="{F91D0941-C107-4420-9C59-6FF3A484E85C}" dt="2024-01-07T01:16:13.803" v="269"/>
          <ac:picMkLst>
            <pc:docMk/>
            <pc:sldMk cId="3375634033" sldId="630"/>
            <ac:picMk id="2" creationId="{B7876785-FF50-55E5-2A28-46E28E1DAFC7}"/>
          </ac:picMkLst>
        </pc:picChg>
      </pc:sldChg>
      <pc:sldChg chg="addSp modSp">
        <pc:chgData name="toannguyen141601@gmail.com" userId="d93b6337fa10e7e9" providerId="LiveId" clId="{F91D0941-C107-4420-9C59-6FF3A484E85C}" dt="2024-01-07T01:16:19.749" v="272" actId="1076"/>
        <pc:sldMkLst>
          <pc:docMk/>
          <pc:sldMk cId="843710200" sldId="631"/>
        </pc:sldMkLst>
        <pc:spChg chg="mod">
          <ac:chgData name="toannguyen141601@gmail.com" userId="d93b6337fa10e7e9" providerId="LiveId" clId="{F91D0941-C107-4420-9C59-6FF3A484E85C}" dt="2024-01-07T01:16:19.749" v="272" actId="1076"/>
          <ac:spMkLst>
            <pc:docMk/>
            <pc:sldMk cId="843710200" sldId="631"/>
            <ac:spMk id="17" creationId="{00000000-0000-0000-0000-000000000000}"/>
          </ac:spMkLst>
        </pc:spChg>
        <pc:picChg chg="add mod">
          <ac:chgData name="toannguyen141601@gmail.com" userId="d93b6337fa10e7e9" providerId="LiveId" clId="{F91D0941-C107-4420-9C59-6FF3A484E85C}" dt="2024-01-07T01:16:17.840" v="271"/>
          <ac:picMkLst>
            <pc:docMk/>
            <pc:sldMk cId="843710200" sldId="631"/>
            <ac:picMk id="2" creationId="{DC51E36C-E320-3586-34CA-61C5CF9651B4}"/>
          </ac:picMkLst>
        </pc:picChg>
      </pc:sldChg>
      <pc:sldChg chg="addSp modSp">
        <pc:chgData name="toannguyen141601@gmail.com" userId="d93b6337fa10e7e9" providerId="LiveId" clId="{F91D0941-C107-4420-9C59-6FF3A484E85C}" dt="2024-01-07T01:16:23.246" v="274" actId="1076"/>
        <pc:sldMkLst>
          <pc:docMk/>
          <pc:sldMk cId="493708585" sldId="632"/>
        </pc:sldMkLst>
        <pc:spChg chg="mod">
          <ac:chgData name="toannguyen141601@gmail.com" userId="d93b6337fa10e7e9" providerId="LiveId" clId="{F91D0941-C107-4420-9C59-6FF3A484E85C}" dt="2024-01-07T01:16:23.246" v="274" actId="1076"/>
          <ac:spMkLst>
            <pc:docMk/>
            <pc:sldMk cId="493708585" sldId="632"/>
            <ac:spMk id="17" creationId="{00000000-0000-0000-0000-000000000000}"/>
          </ac:spMkLst>
        </pc:spChg>
        <pc:picChg chg="add mod">
          <ac:chgData name="toannguyen141601@gmail.com" userId="d93b6337fa10e7e9" providerId="LiveId" clId="{F91D0941-C107-4420-9C59-6FF3A484E85C}" dt="2024-01-07T01:16:21.307" v="273"/>
          <ac:picMkLst>
            <pc:docMk/>
            <pc:sldMk cId="493708585" sldId="632"/>
            <ac:picMk id="2" creationId="{3A224966-514A-0213-0FD6-89759626CEA5}"/>
          </ac:picMkLst>
        </pc:picChg>
      </pc:sldChg>
      <pc:sldChg chg="addSp modSp">
        <pc:chgData name="toannguyen141601@gmail.com" userId="d93b6337fa10e7e9" providerId="LiveId" clId="{F91D0941-C107-4420-9C59-6FF3A484E85C}" dt="2024-01-07T01:16:26.760" v="276" actId="1076"/>
        <pc:sldMkLst>
          <pc:docMk/>
          <pc:sldMk cId="2050598029" sldId="633"/>
        </pc:sldMkLst>
        <pc:spChg chg="mod">
          <ac:chgData name="toannguyen141601@gmail.com" userId="d93b6337fa10e7e9" providerId="LiveId" clId="{F91D0941-C107-4420-9C59-6FF3A484E85C}" dt="2024-01-07T01:16:26.760" v="276" actId="1076"/>
          <ac:spMkLst>
            <pc:docMk/>
            <pc:sldMk cId="2050598029" sldId="633"/>
            <ac:spMk id="17" creationId="{00000000-0000-0000-0000-000000000000}"/>
          </ac:spMkLst>
        </pc:spChg>
        <pc:picChg chg="add mod">
          <ac:chgData name="toannguyen141601@gmail.com" userId="d93b6337fa10e7e9" providerId="LiveId" clId="{F91D0941-C107-4420-9C59-6FF3A484E85C}" dt="2024-01-07T01:16:25.323" v="275"/>
          <ac:picMkLst>
            <pc:docMk/>
            <pc:sldMk cId="2050598029" sldId="633"/>
            <ac:picMk id="2" creationId="{BBEEAE52-D49E-62BB-8D61-8CF85AF35431}"/>
          </ac:picMkLst>
        </pc:picChg>
      </pc:sldChg>
      <pc:sldChg chg="addSp modSp">
        <pc:chgData name="toannguyen141601@gmail.com" userId="d93b6337fa10e7e9" providerId="LiveId" clId="{F91D0941-C107-4420-9C59-6FF3A484E85C}" dt="2024-01-07T01:16:30.183" v="278" actId="1076"/>
        <pc:sldMkLst>
          <pc:docMk/>
          <pc:sldMk cId="4275223565" sldId="634"/>
        </pc:sldMkLst>
        <pc:spChg chg="mod">
          <ac:chgData name="toannguyen141601@gmail.com" userId="d93b6337fa10e7e9" providerId="LiveId" clId="{F91D0941-C107-4420-9C59-6FF3A484E85C}" dt="2024-01-07T01:16:30.183" v="278" actId="1076"/>
          <ac:spMkLst>
            <pc:docMk/>
            <pc:sldMk cId="4275223565" sldId="634"/>
            <ac:spMk id="17" creationId="{00000000-0000-0000-0000-000000000000}"/>
          </ac:spMkLst>
        </pc:spChg>
        <pc:picChg chg="add mod">
          <ac:chgData name="toannguyen141601@gmail.com" userId="d93b6337fa10e7e9" providerId="LiveId" clId="{F91D0941-C107-4420-9C59-6FF3A484E85C}" dt="2024-01-07T01:16:28.817" v="277"/>
          <ac:picMkLst>
            <pc:docMk/>
            <pc:sldMk cId="4275223565" sldId="634"/>
            <ac:picMk id="2" creationId="{886DCA37-D21A-E2F5-4CE8-BF9A785B43EF}"/>
          </ac:picMkLst>
        </pc:picChg>
      </pc:sldChg>
      <pc:sldChg chg="addSp modSp mod">
        <pc:chgData name="toannguyen141601@gmail.com" userId="d93b6337fa10e7e9" providerId="LiveId" clId="{F91D0941-C107-4420-9C59-6FF3A484E85C}" dt="2024-01-07T01:17:18.845" v="321"/>
        <pc:sldMkLst>
          <pc:docMk/>
          <pc:sldMk cId="4212828298" sldId="638"/>
        </pc:sldMkLst>
        <pc:spChg chg="mod">
          <ac:chgData name="toannguyen141601@gmail.com" userId="d93b6337fa10e7e9" providerId="LiveId" clId="{F91D0941-C107-4420-9C59-6FF3A484E85C}" dt="2024-01-07T01:17:18.109" v="320" actId="1036"/>
          <ac:spMkLst>
            <pc:docMk/>
            <pc:sldMk cId="4212828298" sldId="638"/>
            <ac:spMk id="4"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5"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6"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7"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8"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9"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48130" creationId="{00000000-0000-0000-0000-000000000000}"/>
          </ac:spMkLst>
        </pc:spChg>
        <pc:picChg chg="add mod">
          <ac:chgData name="toannguyen141601@gmail.com" userId="d93b6337fa10e7e9" providerId="LiveId" clId="{F91D0941-C107-4420-9C59-6FF3A484E85C}" dt="2024-01-07T01:17:18.845" v="321"/>
          <ac:picMkLst>
            <pc:docMk/>
            <pc:sldMk cId="4212828298" sldId="638"/>
            <ac:picMk id="2" creationId="{853BD611-3BA6-E38A-4EA9-8BB940D2C26E}"/>
          </ac:picMkLst>
        </pc:picChg>
      </pc:sldChg>
      <pc:sldChg chg="addSp delSp modSp">
        <pc:chgData name="toannguyen141601@gmail.com" userId="d93b6337fa10e7e9" providerId="LiveId" clId="{F91D0941-C107-4420-9C59-6FF3A484E85C}" dt="2024-01-07T01:11:17.382" v="133"/>
        <pc:sldMkLst>
          <pc:docMk/>
          <pc:sldMk cId="1795184882" sldId="647"/>
        </pc:sldMkLst>
        <pc:picChg chg="add del mod">
          <ac:chgData name="toannguyen141601@gmail.com" userId="d93b6337fa10e7e9" providerId="LiveId" clId="{F91D0941-C107-4420-9C59-6FF3A484E85C}" dt="2024-01-07T01:11:17.382" v="133"/>
          <ac:picMkLst>
            <pc:docMk/>
            <pc:sldMk cId="1795184882" sldId="647"/>
            <ac:picMk id="3" creationId="{C8CC06FC-CD6F-27CE-AC50-C8BD471B629F}"/>
          </ac:picMkLst>
        </pc:picChg>
      </pc:sldChg>
      <pc:sldChg chg="addSp modSp">
        <pc:chgData name="toannguyen141601@gmail.com" userId="d93b6337fa10e7e9" providerId="LiveId" clId="{F91D0941-C107-4420-9C59-6FF3A484E85C}" dt="2024-01-07T01:10:38.293" v="119" actId="1076"/>
        <pc:sldMkLst>
          <pc:docMk/>
          <pc:sldMk cId="1404309379" sldId="648"/>
        </pc:sldMkLst>
        <pc:spChg chg="mod">
          <ac:chgData name="toannguyen141601@gmail.com" userId="d93b6337fa10e7e9" providerId="LiveId" clId="{F91D0941-C107-4420-9C59-6FF3A484E85C}" dt="2024-01-07T01:10:38.293" v="119" actId="1076"/>
          <ac:spMkLst>
            <pc:docMk/>
            <pc:sldMk cId="1404309379" sldId="648"/>
            <ac:spMk id="6" creationId="{00000000-0000-0000-0000-000000000000}"/>
          </ac:spMkLst>
        </pc:spChg>
        <pc:picChg chg="add mod">
          <ac:chgData name="toannguyen141601@gmail.com" userId="d93b6337fa10e7e9" providerId="LiveId" clId="{F91D0941-C107-4420-9C59-6FF3A484E85C}" dt="2024-01-07T01:10:34.931" v="118"/>
          <ac:picMkLst>
            <pc:docMk/>
            <pc:sldMk cId="1404309379" sldId="648"/>
            <ac:picMk id="3" creationId="{B0E4B336-9D75-5346-D8C4-FF76BF795140}"/>
          </ac:picMkLst>
        </pc:picChg>
      </pc:sldChg>
      <pc:sldChg chg="addSp modSp">
        <pc:chgData name="toannguyen141601@gmail.com" userId="d93b6337fa10e7e9" providerId="LiveId" clId="{F91D0941-C107-4420-9C59-6FF3A484E85C}" dt="2024-01-07T01:10:45.433" v="121" actId="1076"/>
        <pc:sldMkLst>
          <pc:docMk/>
          <pc:sldMk cId="2279004171" sldId="649"/>
        </pc:sldMkLst>
        <pc:spChg chg="mod">
          <ac:chgData name="toannguyen141601@gmail.com" userId="d93b6337fa10e7e9" providerId="LiveId" clId="{F91D0941-C107-4420-9C59-6FF3A484E85C}" dt="2024-01-07T01:10:45.433" v="121" actId="1076"/>
          <ac:spMkLst>
            <pc:docMk/>
            <pc:sldMk cId="2279004171" sldId="649"/>
            <ac:spMk id="6" creationId="{00000000-0000-0000-0000-000000000000}"/>
          </ac:spMkLst>
        </pc:spChg>
        <pc:picChg chg="add mod">
          <ac:chgData name="toannguyen141601@gmail.com" userId="d93b6337fa10e7e9" providerId="LiveId" clId="{F91D0941-C107-4420-9C59-6FF3A484E85C}" dt="2024-01-07T01:10:41.856" v="120"/>
          <ac:picMkLst>
            <pc:docMk/>
            <pc:sldMk cId="2279004171" sldId="649"/>
            <ac:picMk id="3" creationId="{C6292625-B47D-6F34-698D-7E2A082ACDEE}"/>
          </ac:picMkLst>
        </pc:picChg>
      </pc:sldChg>
      <pc:sldChg chg="addSp modSp">
        <pc:chgData name="toannguyen141601@gmail.com" userId="d93b6337fa10e7e9" providerId="LiveId" clId="{F91D0941-C107-4420-9C59-6FF3A484E85C}" dt="2024-01-07T01:10:50.288" v="123" actId="1076"/>
        <pc:sldMkLst>
          <pc:docMk/>
          <pc:sldMk cId="3004367366" sldId="651"/>
        </pc:sldMkLst>
        <pc:spChg chg="mod">
          <ac:chgData name="toannguyen141601@gmail.com" userId="d93b6337fa10e7e9" providerId="LiveId" clId="{F91D0941-C107-4420-9C59-6FF3A484E85C}" dt="2024-01-07T01:10:50.288" v="123" actId="1076"/>
          <ac:spMkLst>
            <pc:docMk/>
            <pc:sldMk cId="3004367366" sldId="651"/>
            <ac:spMk id="15" creationId="{00000000-0000-0000-0000-000000000000}"/>
          </ac:spMkLst>
        </pc:spChg>
        <pc:picChg chg="add mod">
          <ac:chgData name="toannguyen141601@gmail.com" userId="d93b6337fa10e7e9" providerId="LiveId" clId="{F91D0941-C107-4420-9C59-6FF3A484E85C}" dt="2024-01-07T01:10:47.589" v="122"/>
          <ac:picMkLst>
            <pc:docMk/>
            <pc:sldMk cId="3004367366" sldId="651"/>
            <ac:picMk id="2" creationId="{2D87944C-6EB0-C926-2C10-4DE36BF12F0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B4EB40-4324-4382-AE02-801CC94AB12F}" type="doc">
      <dgm:prSet loTypeId="urn:microsoft.com/office/officeart/2005/8/layout/cycle8" loCatId="cycle" qsTypeId="urn:microsoft.com/office/officeart/2005/8/quickstyle/simple1" qsCatId="simple" csTypeId="urn:microsoft.com/office/officeart/2005/8/colors/accent1_2" csCatId="accent1" phldr="1"/>
      <dgm:spPr/>
    </dgm:pt>
    <dgm:pt modelId="{14DA1C5E-F6A4-4DC8-B219-E6A136CEC134}">
      <dgm:prSet phldrT="[Text]" custT="1"/>
      <dgm:spPr/>
      <dgm:t>
        <a:bodyPr/>
        <a:lstStyle/>
        <a:p>
          <a:r>
            <a:rPr lang="en-US" sz="2800" dirty="0" err="1"/>
            <a:t>Sản</a:t>
          </a:r>
          <a:r>
            <a:rPr lang="en-US" sz="2800" dirty="0"/>
            <a:t> </a:t>
          </a:r>
          <a:r>
            <a:rPr lang="en-US" sz="2800" dirty="0" err="1"/>
            <a:t>phẩm</a:t>
          </a:r>
          <a:r>
            <a:rPr lang="en-US" sz="2800" dirty="0"/>
            <a:t> </a:t>
          </a:r>
          <a:r>
            <a:rPr lang="en-US" sz="2800" dirty="0" err="1"/>
            <a:t>của</a:t>
          </a:r>
          <a:r>
            <a:rPr lang="en-US" sz="2800" dirty="0"/>
            <a:t> </a:t>
          </a:r>
          <a:r>
            <a:rPr lang="en-US" sz="2800" dirty="0" err="1"/>
            <a:t>lao</a:t>
          </a:r>
          <a:r>
            <a:rPr lang="en-US" sz="2800" dirty="0"/>
            <a:t> </a:t>
          </a:r>
          <a:r>
            <a:rPr lang="en-US" sz="2800" dirty="0" err="1"/>
            <a:t>động</a:t>
          </a:r>
          <a:endParaRPr lang="en-US" sz="2800" dirty="0"/>
        </a:p>
      </dgm:t>
    </dgm:pt>
    <dgm:pt modelId="{F32EE506-39C4-4255-BAB4-E7E9AD7F89C3}" type="parTrans" cxnId="{3CEEB05D-6091-400B-B300-116D9678E6E7}">
      <dgm:prSet/>
      <dgm:spPr/>
      <dgm:t>
        <a:bodyPr/>
        <a:lstStyle/>
        <a:p>
          <a:endParaRPr lang="en-US" sz="2800"/>
        </a:p>
      </dgm:t>
    </dgm:pt>
    <dgm:pt modelId="{E2797CF5-ACDB-483E-844E-39E2146E3FB5}" type="sibTrans" cxnId="{3CEEB05D-6091-400B-B300-116D9678E6E7}">
      <dgm:prSet/>
      <dgm:spPr/>
      <dgm:t>
        <a:bodyPr/>
        <a:lstStyle/>
        <a:p>
          <a:endParaRPr lang="en-US" sz="2800"/>
        </a:p>
      </dgm:t>
    </dgm:pt>
    <dgm:pt modelId="{92D5C357-624E-48B7-8B62-5B9DC138F231}">
      <dgm:prSet phldrT="[Text]" custT="1"/>
      <dgm:spPr/>
      <dgm:t>
        <a:bodyPr/>
        <a:lstStyle/>
        <a:p>
          <a:r>
            <a:rPr lang="en-US" sz="2800" dirty="0" err="1"/>
            <a:t>Thỏa</a:t>
          </a:r>
          <a:r>
            <a:rPr lang="en-US" sz="2800" dirty="0"/>
            <a:t> </a:t>
          </a:r>
          <a:r>
            <a:rPr lang="en-US" sz="2800" dirty="0" err="1"/>
            <a:t>mãn</a:t>
          </a:r>
          <a:r>
            <a:rPr lang="en-US" sz="2800" dirty="0"/>
            <a:t> </a:t>
          </a:r>
          <a:r>
            <a:rPr lang="en-US" sz="2800" dirty="0" err="1"/>
            <a:t>nhu</a:t>
          </a:r>
          <a:r>
            <a:rPr lang="en-US" sz="2800" dirty="0"/>
            <a:t> </a:t>
          </a:r>
          <a:r>
            <a:rPr lang="en-US" sz="2800" dirty="0" err="1"/>
            <a:t>cầu</a:t>
          </a:r>
          <a:r>
            <a:rPr lang="en-US" sz="2800" dirty="0"/>
            <a:t> </a:t>
          </a:r>
          <a:r>
            <a:rPr lang="en-US" sz="2800" dirty="0" err="1"/>
            <a:t>nào</a:t>
          </a:r>
          <a:r>
            <a:rPr lang="en-US" sz="2800" dirty="0"/>
            <a:t> </a:t>
          </a:r>
          <a:r>
            <a:rPr lang="en-US" sz="2800" dirty="0" err="1"/>
            <a:t>đó</a:t>
          </a:r>
          <a:r>
            <a:rPr lang="en-US" sz="2800" dirty="0"/>
            <a:t> </a:t>
          </a:r>
          <a:r>
            <a:rPr lang="en-US" sz="2800" dirty="0" err="1"/>
            <a:t>của</a:t>
          </a:r>
          <a:r>
            <a:rPr lang="en-US" sz="2800" dirty="0"/>
            <a:t> con </a:t>
          </a:r>
          <a:r>
            <a:rPr lang="en-US" sz="2800" dirty="0" err="1"/>
            <a:t>người</a:t>
          </a:r>
          <a:endParaRPr lang="en-US" sz="2800" dirty="0"/>
        </a:p>
      </dgm:t>
    </dgm:pt>
    <dgm:pt modelId="{C219DD4C-71A0-4603-B195-89E7F7CFA147}" type="parTrans" cxnId="{64522596-A4B5-4BF4-9913-BE82DF5C8A81}">
      <dgm:prSet/>
      <dgm:spPr/>
      <dgm:t>
        <a:bodyPr/>
        <a:lstStyle/>
        <a:p>
          <a:endParaRPr lang="en-US" sz="2800"/>
        </a:p>
      </dgm:t>
    </dgm:pt>
    <dgm:pt modelId="{BB5EFF33-1A4C-4EA6-B9D4-83CCB98F88C8}" type="sibTrans" cxnId="{64522596-A4B5-4BF4-9913-BE82DF5C8A81}">
      <dgm:prSet/>
      <dgm:spPr/>
      <dgm:t>
        <a:bodyPr/>
        <a:lstStyle/>
        <a:p>
          <a:endParaRPr lang="en-US" sz="2800"/>
        </a:p>
      </dgm:t>
    </dgm:pt>
    <dgm:pt modelId="{139EF765-BF03-4594-9641-30DC256AC407}">
      <dgm:prSet phldrT="[Text]" custT="1"/>
      <dgm:spPr/>
      <dgm:t>
        <a:bodyPr/>
        <a:lstStyle/>
        <a:p>
          <a:r>
            <a:rPr lang="en-US" sz="2800" dirty="0" err="1"/>
            <a:t>Dùng</a:t>
          </a:r>
          <a:r>
            <a:rPr lang="en-US" sz="2800" dirty="0"/>
            <a:t> </a:t>
          </a:r>
          <a:r>
            <a:rPr lang="en-US" sz="2800" dirty="0" err="1"/>
            <a:t>để</a:t>
          </a:r>
          <a:r>
            <a:rPr lang="en-US" sz="2800" dirty="0"/>
            <a:t> </a:t>
          </a:r>
          <a:r>
            <a:rPr lang="en-US" sz="2800" dirty="0" err="1"/>
            <a:t>trao</a:t>
          </a:r>
          <a:r>
            <a:rPr lang="en-US" sz="2800" dirty="0"/>
            <a:t> </a:t>
          </a:r>
          <a:r>
            <a:rPr lang="en-US" sz="2800" dirty="0" err="1"/>
            <a:t>đổi</a:t>
          </a:r>
          <a:r>
            <a:rPr lang="en-US" sz="2800" dirty="0"/>
            <a:t> </a:t>
          </a:r>
          <a:r>
            <a:rPr lang="en-US" sz="2800" dirty="0" err="1"/>
            <a:t>với</a:t>
          </a:r>
          <a:r>
            <a:rPr lang="en-US" sz="2800" dirty="0"/>
            <a:t> </a:t>
          </a:r>
          <a:r>
            <a:rPr lang="en-US" sz="2800" dirty="0" err="1"/>
            <a:t>nhau</a:t>
          </a:r>
          <a:endParaRPr lang="en-US" sz="2800" dirty="0"/>
        </a:p>
      </dgm:t>
    </dgm:pt>
    <dgm:pt modelId="{6817F365-BD55-43AA-8B84-112A17A74F81}" type="parTrans" cxnId="{828189F8-0112-4EE7-A52E-9DAD6473224E}">
      <dgm:prSet/>
      <dgm:spPr/>
      <dgm:t>
        <a:bodyPr/>
        <a:lstStyle/>
        <a:p>
          <a:endParaRPr lang="en-US" sz="2800"/>
        </a:p>
      </dgm:t>
    </dgm:pt>
    <dgm:pt modelId="{64597928-A98B-40FA-AEAF-50EBCAC03885}" type="sibTrans" cxnId="{828189F8-0112-4EE7-A52E-9DAD6473224E}">
      <dgm:prSet/>
      <dgm:spPr/>
      <dgm:t>
        <a:bodyPr/>
        <a:lstStyle/>
        <a:p>
          <a:endParaRPr lang="en-US" sz="2800"/>
        </a:p>
      </dgm:t>
    </dgm:pt>
    <dgm:pt modelId="{6FBA1AA5-7327-4DEE-A981-EA308255EF11}" type="pres">
      <dgm:prSet presAssocID="{36B4EB40-4324-4382-AE02-801CC94AB12F}" presName="compositeShape" presStyleCnt="0">
        <dgm:presLayoutVars>
          <dgm:chMax val="7"/>
          <dgm:dir/>
          <dgm:resizeHandles val="exact"/>
        </dgm:presLayoutVars>
      </dgm:prSet>
      <dgm:spPr/>
    </dgm:pt>
    <dgm:pt modelId="{3779C666-F279-49D8-8888-BCB825208A02}" type="pres">
      <dgm:prSet presAssocID="{36B4EB40-4324-4382-AE02-801CC94AB12F}" presName="wedge1" presStyleLbl="node1" presStyleIdx="0" presStyleCnt="3"/>
      <dgm:spPr/>
    </dgm:pt>
    <dgm:pt modelId="{D74D84C5-1453-43AF-BF09-C83D1296CF50}" type="pres">
      <dgm:prSet presAssocID="{36B4EB40-4324-4382-AE02-801CC94AB12F}" presName="dummy1a" presStyleCnt="0"/>
      <dgm:spPr/>
    </dgm:pt>
    <dgm:pt modelId="{BB4F4076-9151-43A4-81C0-BCF3FB7CC07F}" type="pres">
      <dgm:prSet presAssocID="{36B4EB40-4324-4382-AE02-801CC94AB12F}" presName="dummy1b" presStyleCnt="0"/>
      <dgm:spPr/>
    </dgm:pt>
    <dgm:pt modelId="{93E38109-8A4A-4CF8-ACB3-A266B4169D13}" type="pres">
      <dgm:prSet presAssocID="{36B4EB40-4324-4382-AE02-801CC94AB12F}" presName="wedge1Tx" presStyleLbl="node1" presStyleIdx="0" presStyleCnt="3">
        <dgm:presLayoutVars>
          <dgm:chMax val="0"/>
          <dgm:chPref val="0"/>
          <dgm:bulletEnabled val="1"/>
        </dgm:presLayoutVars>
      </dgm:prSet>
      <dgm:spPr/>
    </dgm:pt>
    <dgm:pt modelId="{A228B5A7-9519-47D0-98CC-3686B353506F}" type="pres">
      <dgm:prSet presAssocID="{36B4EB40-4324-4382-AE02-801CC94AB12F}" presName="wedge2" presStyleLbl="node1" presStyleIdx="1" presStyleCnt="3"/>
      <dgm:spPr/>
    </dgm:pt>
    <dgm:pt modelId="{FD1E267B-91E4-4817-872C-6D845A3C22DA}" type="pres">
      <dgm:prSet presAssocID="{36B4EB40-4324-4382-AE02-801CC94AB12F}" presName="dummy2a" presStyleCnt="0"/>
      <dgm:spPr/>
    </dgm:pt>
    <dgm:pt modelId="{FD2686D9-5133-40C1-876A-1AD9D021E35A}" type="pres">
      <dgm:prSet presAssocID="{36B4EB40-4324-4382-AE02-801CC94AB12F}" presName="dummy2b" presStyleCnt="0"/>
      <dgm:spPr/>
    </dgm:pt>
    <dgm:pt modelId="{4C0FE130-8E40-4767-876F-C8734AFA3A18}" type="pres">
      <dgm:prSet presAssocID="{36B4EB40-4324-4382-AE02-801CC94AB12F}" presName="wedge2Tx" presStyleLbl="node1" presStyleIdx="1" presStyleCnt="3">
        <dgm:presLayoutVars>
          <dgm:chMax val="0"/>
          <dgm:chPref val="0"/>
          <dgm:bulletEnabled val="1"/>
        </dgm:presLayoutVars>
      </dgm:prSet>
      <dgm:spPr/>
    </dgm:pt>
    <dgm:pt modelId="{E0AC18C3-2CEA-4EF1-9CBE-35A9B8E938F5}" type="pres">
      <dgm:prSet presAssocID="{36B4EB40-4324-4382-AE02-801CC94AB12F}" presName="wedge3" presStyleLbl="node1" presStyleIdx="2" presStyleCnt="3"/>
      <dgm:spPr/>
    </dgm:pt>
    <dgm:pt modelId="{F10F15BB-41F3-4DC2-AB04-574E8DD2EABF}" type="pres">
      <dgm:prSet presAssocID="{36B4EB40-4324-4382-AE02-801CC94AB12F}" presName="dummy3a" presStyleCnt="0"/>
      <dgm:spPr/>
    </dgm:pt>
    <dgm:pt modelId="{B5583591-CC6F-42C5-8FF7-70EDB3DCC6C7}" type="pres">
      <dgm:prSet presAssocID="{36B4EB40-4324-4382-AE02-801CC94AB12F}" presName="dummy3b" presStyleCnt="0"/>
      <dgm:spPr/>
    </dgm:pt>
    <dgm:pt modelId="{EF531C26-28C3-4DD3-816F-9E9638351996}" type="pres">
      <dgm:prSet presAssocID="{36B4EB40-4324-4382-AE02-801CC94AB12F}" presName="wedge3Tx" presStyleLbl="node1" presStyleIdx="2" presStyleCnt="3">
        <dgm:presLayoutVars>
          <dgm:chMax val="0"/>
          <dgm:chPref val="0"/>
          <dgm:bulletEnabled val="1"/>
        </dgm:presLayoutVars>
      </dgm:prSet>
      <dgm:spPr/>
    </dgm:pt>
    <dgm:pt modelId="{DDFE03C4-A235-4F61-9FEA-EBDA4A9EEB92}" type="pres">
      <dgm:prSet presAssocID="{E2797CF5-ACDB-483E-844E-39E2146E3FB5}" presName="arrowWedge1" presStyleLbl="fgSibTrans2D1" presStyleIdx="0" presStyleCnt="3"/>
      <dgm:spPr/>
    </dgm:pt>
    <dgm:pt modelId="{8C13AC56-C192-4512-9CAF-DDF13D4AAFB8}" type="pres">
      <dgm:prSet presAssocID="{BB5EFF33-1A4C-4EA6-B9D4-83CCB98F88C8}" presName="arrowWedge2" presStyleLbl="fgSibTrans2D1" presStyleIdx="1" presStyleCnt="3"/>
      <dgm:spPr/>
    </dgm:pt>
    <dgm:pt modelId="{F8FD7549-1F36-4CD9-A7B9-219AAF13E6B0}" type="pres">
      <dgm:prSet presAssocID="{64597928-A98B-40FA-AEAF-50EBCAC03885}" presName="arrowWedge3" presStyleLbl="fgSibTrans2D1" presStyleIdx="2" presStyleCnt="3"/>
      <dgm:spPr/>
    </dgm:pt>
  </dgm:ptLst>
  <dgm:cxnLst>
    <dgm:cxn modelId="{C7BFA609-C15A-4A7C-8669-06EEB4C845C2}" type="presOf" srcId="{14DA1C5E-F6A4-4DC8-B219-E6A136CEC134}" destId="{3779C666-F279-49D8-8888-BCB825208A02}" srcOrd="0" destOrd="0" presId="urn:microsoft.com/office/officeart/2005/8/layout/cycle8"/>
    <dgm:cxn modelId="{D7607C2A-92A4-442D-B942-B5A0E58E77A0}" type="presOf" srcId="{139EF765-BF03-4594-9641-30DC256AC407}" destId="{EF531C26-28C3-4DD3-816F-9E9638351996}" srcOrd="1" destOrd="0" presId="urn:microsoft.com/office/officeart/2005/8/layout/cycle8"/>
    <dgm:cxn modelId="{3CEEB05D-6091-400B-B300-116D9678E6E7}" srcId="{36B4EB40-4324-4382-AE02-801CC94AB12F}" destId="{14DA1C5E-F6A4-4DC8-B219-E6A136CEC134}" srcOrd="0" destOrd="0" parTransId="{F32EE506-39C4-4255-BAB4-E7E9AD7F89C3}" sibTransId="{E2797CF5-ACDB-483E-844E-39E2146E3FB5}"/>
    <dgm:cxn modelId="{AEC40C64-875D-4509-8DBD-739F2D26A7ED}" type="presOf" srcId="{139EF765-BF03-4594-9641-30DC256AC407}" destId="{E0AC18C3-2CEA-4EF1-9CBE-35A9B8E938F5}" srcOrd="0" destOrd="0" presId="urn:microsoft.com/office/officeart/2005/8/layout/cycle8"/>
    <dgm:cxn modelId="{F6BE904A-5074-4098-9BB2-2B053C8E01E5}" type="presOf" srcId="{92D5C357-624E-48B7-8B62-5B9DC138F231}" destId="{A228B5A7-9519-47D0-98CC-3686B353506F}" srcOrd="0" destOrd="0" presId="urn:microsoft.com/office/officeart/2005/8/layout/cycle8"/>
    <dgm:cxn modelId="{FAE8406D-0E3C-454E-A807-4EEE1F6349A0}" type="presOf" srcId="{14DA1C5E-F6A4-4DC8-B219-E6A136CEC134}" destId="{93E38109-8A4A-4CF8-ACB3-A266B4169D13}" srcOrd="1" destOrd="0" presId="urn:microsoft.com/office/officeart/2005/8/layout/cycle8"/>
    <dgm:cxn modelId="{64522596-A4B5-4BF4-9913-BE82DF5C8A81}" srcId="{36B4EB40-4324-4382-AE02-801CC94AB12F}" destId="{92D5C357-624E-48B7-8B62-5B9DC138F231}" srcOrd="1" destOrd="0" parTransId="{C219DD4C-71A0-4603-B195-89E7F7CFA147}" sibTransId="{BB5EFF33-1A4C-4EA6-B9D4-83CCB98F88C8}"/>
    <dgm:cxn modelId="{F403ABE4-E4B5-4359-9A68-F3482E7DBB4F}" type="presOf" srcId="{36B4EB40-4324-4382-AE02-801CC94AB12F}" destId="{6FBA1AA5-7327-4DEE-A981-EA308255EF11}" srcOrd="0" destOrd="0" presId="urn:microsoft.com/office/officeart/2005/8/layout/cycle8"/>
    <dgm:cxn modelId="{56EC36E6-D1FA-4FB9-B492-FECDC5B23D99}" type="presOf" srcId="{92D5C357-624E-48B7-8B62-5B9DC138F231}" destId="{4C0FE130-8E40-4767-876F-C8734AFA3A18}" srcOrd="1" destOrd="0" presId="urn:microsoft.com/office/officeart/2005/8/layout/cycle8"/>
    <dgm:cxn modelId="{828189F8-0112-4EE7-A52E-9DAD6473224E}" srcId="{36B4EB40-4324-4382-AE02-801CC94AB12F}" destId="{139EF765-BF03-4594-9641-30DC256AC407}" srcOrd="2" destOrd="0" parTransId="{6817F365-BD55-43AA-8B84-112A17A74F81}" sibTransId="{64597928-A98B-40FA-AEAF-50EBCAC03885}"/>
    <dgm:cxn modelId="{77E952AB-0545-4047-BB18-7CECA8A220CB}" type="presParOf" srcId="{6FBA1AA5-7327-4DEE-A981-EA308255EF11}" destId="{3779C666-F279-49D8-8888-BCB825208A02}" srcOrd="0" destOrd="0" presId="urn:microsoft.com/office/officeart/2005/8/layout/cycle8"/>
    <dgm:cxn modelId="{97ABBC04-33A8-4FFE-9C3F-B8CB700AA37F}" type="presParOf" srcId="{6FBA1AA5-7327-4DEE-A981-EA308255EF11}" destId="{D74D84C5-1453-43AF-BF09-C83D1296CF50}" srcOrd="1" destOrd="0" presId="urn:microsoft.com/office/officeart/2005/8/layout/cycle8"/>
    <dgm:cxn modelId="{08EA7D91-C675-4AD6-9AF6-796E301AE828}" type="presParOf" srcId="{6FBA1AA5-7327-4DEE-A981-EA308255EF11}" destId="{BB4F4076-9151-43A4-81C0-BCF3FB7CC07F}" srcOrd="2" destOrd="0" presId="urn:microsoft.com/office/officeart/2005/8/layout/cycle8"/>
    <dgm:cxn modelId="{70B4CC2C-AA1F-4BE3-BA50-2E16C1C89285}" type="presParOf" srcId="{6FBA1AA5-7327-4DEE-A981-EA308255EF11}" destId="{93E38109-8A4A-4CF8-ACB3-A266B4169D13}" srcOrd="3" destOrd="0" presId="urn:microsoft.com/office/officeart/2005/8/layout/cycle8"/>
    <dgm:cxn modelId="{73B02988-E2E6-415D-A606-C684CDF8FB64}" type="presParOf" srcId="{6FBA1AA5-7327-4DEE-A981-EA308255EF11}" destId="{A228B5A7-9519-47D0-98CC-3686B353506F}" srcOrd="4" destOrd="0" presId="urn:microsoft.com/office/officeart/2005/8/layout/cycle8"/>
    <dgm:cxn modelId="{0F2B94EC-672B-4CB4-9F0F-E8DD175A1D1F}" type="presParOf" srcId="{6FBA1AA5-7327-4DEE-A981-EA308255EF11}" destId="{FD1E267B-91E4-4817-872C-6D845A3C22DA}" srcOrd="5" destOrd="0" presId="urn:microsoft.com/office/officeart/2005/8/layout/cycle8"/>
    <dgm:cxn modelId="{77FDECAA-CD09-4A78-B8A0-0E10436941CF}" type="presParOf" srcId="{6FBA1AA5-7327-4DEE-A981-EA308255EF11}" destId="{FD2686D9-5133-40C1-876A-1AD9D021E35A}" srcOrd="6" destOrd="0" presId="urn:microsoft.com/office/officeart/2005/8/layout/cycle8"/>
    <dgm:cxn modelId="{E79C62A8-5E52-43D6-A63B-75968F684605}" type="presParOf" srcId="{6FBA1AA5-7327-4DEE-A981-EA308255EF11}" destId="{4C0FE130-8E40-4767-876F-C8734AFA3A18}" srcOrd="7" destOrd="0" presId="urn:microsoft.com/office/officeart/2005/8/layout/cycle8"/>
    <dgm:cxn modelId="{45D81AC2-AC39-4189-B67F-09A0FAFF6C8F}" type="presParOf" srcId="{6FBA1AA5-7327-4DEE-A981-EA308255EF11}" destId="{E0AC18C3-2CEA-4EF1-9CBE-35A9B8E938F5}" srcOrd="8" destOrd="0" presId="urn:microsoft.com/office/officeart/2005/8/layout/cycle8"/>
    <dgm:cxn modelId="{92D9DA4E-01C5-42CF-9239-942D096F7A7E}" type="presParOf" srcId="{6FBA1AA5-7327-4DEE-A981-EA308255EF11}" destId="{F10F15BB-41F3-4DC2-AB04-574E8DD2EABF}" srcOrd="9" destOrd="0" presId="urn:microsoft.com/office/officeart/2005/8/layout/cycle8"/>
    <dgm:cxn modelId="{5DCA0E82-12FF-462E-A34D-A35B5C145E5F}" type="presParOf" srcId="{6FBA1AA5-7327-4DEE-A981-EA308255EF11}" destId="{B5583591-CC6F-42C5-8FF7-70EDB3DCC6C7}" srcOrd="10" destOrd="0" presId="urn:microsoft.com/office/officeart/2005/8/layout/cycle8"/>
    <dgm:cxn modelId="{BAE97150-3603-4C11-9359-93225BB1A6EE}" type="presParOf" srcId="{6FBA1AA5-7327-4DEE-A981-EA308255EF11}" destId="{EF531C26-28C3-4DD3-816F-9E9638351996}" srcOrd="11" destOrd="0" presId="urn:microsoft.com/office/officeart/2005/8/layout/cycle8"/>
    <dgm:cxn modelId="{F0978F71-35A8-4EEB-9E38-C6987DB28AEA}" type="presParOf" srcId="{6FBA1AA5-7327-4DEE-A981-EA308255EF11}" destId="{DDFE03C4-A235-4F61-9FEA-EBDA4A9EEB92}" srcOrd="12" destOrd="0" presId="urn:microsoft.com/office/officeart/2005/8/layout/cycle8"/>
    <dgm:cxn modelId="{43CFA0C6-DFA5-4DC4-AD24-9EBEE1D0181A}" type="presParOf" srcId="{6FBA1AA5-7327-4DEE-A981-EA308255EF11}" destId="{8C13AC56-C192-4512-9CAF-DDF13D4AAFB8}" srcOrd="13" destOrd="0" presId="urn:microsoft.com/office/officeart/2005/8/layout/cycle8"/>
    <dgm:cxn modelId="{1B180E41-906F-4598-9CE7-EB28DA640F84}" type="presParOf" srcId="{6FBA1AA5-7327-4DEE-A981-EA308255EF11}" destId="{F8FD7549-1F36-4CD9-A7B9-219AAF13E6B0}"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FE56A6-1E5D-4D53-B6E5-2EC0027D9E99}" type="doc">
      <dgm:prSet loTypeId="urn:microsoft.com/office/officeart/2005/8/layout/arrow6" loCatId="process" qsTypeId="urn:microsoft.com/office/officeart/2005/8/quickstyle/simple1" qsCatId="simple" csTypeId="urn:microsoft.com/office/officeart/2005/8/colors/accent1_2" csCatId="accent1" phldr="1"/>
      <dgm:spPr/>
      <dgm:t>
        <a:bodyPr/>
        <a:lstStyle/>
        <a:p>
          <a:endParaRPr lang="en-US"/>
        </a:p>
      </dgm:t>
    </dgm:pt>
    <dgm:pt modelId="{2794C4C3-87C9-4A25-B327-B664090EB073}">
      <dgm:prSet phldrT="[Text]"/>
      <dgm:spPr/>
      <dgm:t>
        <a:bodyPr/>
        <a:lstStyle/>
        <a:p>
          <a:r>
            <a:rPr lang="en-US">
              <a:solidFill>
                <a:srgbClr val="002060"/>
              </a:solidFill>
            </a:rPr>
            <a:t>Lao động giản đơn</a:t>
          </a:r>
        </a:p>
      </dgm:t>
    </dgm:pt>
    <dgm:pt modelId="{72B48611-14FA-4D58-A692-DFCD1844FD04}" type="parTrans" cxnId="{33203391-0700-4742-9119-78E3236F5B8C}">
      <dgm:prSet/>
      <dgm:spPr/>
      <dgm:t>
        <a:bodyPr/>
        <a:lstStyle/>
        <a:p>
          <a:endParaRPr lang="en-US"/>
        </a:p>
      </dgm:t>
    </dgm:pt>
    <dgm:pt modelId="{36BE37B3-5C3C-444D-B69C-724FDE98CDB0}" type="sibTrans" cxnId="{33203391-0700-4742-9119-78E3236F5B8C}">
      <dgm:prSet/>
      <dgm:spPr/>
      <dgm:t>
        <a:bodyPr/>
        <a:lstStyle/>
        <a:p>
          <a:endParaRPr lang="en-US"/>
        </a:p>
      </dgm:t>
    </dgm:pt>
    <dgm:pt modelId="{A418CD01-1D71-4CBE-824F-2DF7B4658002}">
      <dgm:prSet phldrT="[Text]"/>
      <dgm:spPr/>
      <dgm:t>
        <a:bodyPr/>
        <a:lstStyle/>
        <a:p>
          <a:r>
            <a:rPr lang="en-US">
              <a:solidFill>
                <a:srgbClr val="002060"/>
              </a:solidFill>
            </a:rPr>
            <a:t>Lao động phức tạp</a:t>
          </a:r>
        </a:p>
      </dgm:t>
    </dgm:pt>
    <dgm:pt modelId="{1D2A2BFE-3E6A-4BEF-801D-5F3C0AA5FEFB}" type="parTrans" cxnId="{2BE229E3-9525-45E9-9625-2AADDC28B7B2}">
      <dgm:prSet/>
      <dgm:spPr/>
      <dgm:t>
        <a:bodyPr/>
        <a:lstStyle/>
        <a:p>
          <a:endParaRPr lang="en-US"/>
        </a:p>
      </dgm:t>
    </dgm:pt>
    <dgm:pt modelId="{C6DFDFA2-8437-4FC5-A689-62251AF02FD0}" type="sibTrans" cxnId="{2BE229E3-9525-45E9-9625-2AADDC28B7B2}">
      <dgm:prSet/>
      <dgm:spPr/>
      <dgm:t>
        <a:bodyPr/>
        <a:lstStyle/>
        <a:p>
          <a:endParaRPr lang="en-US"/>
        </a:p>
      </dgm:t>
    </dgm:pt>
    <dgm:pt modelId="{EFA50B10-C648-41D8-A722-475CD53CE455}" type="pres">
      <dgm:prSet presAssocID="{04FE56A6-1E5D-4D53-B6E5-2EC0027D9E99}" presName="compositeShape" presStyleCnt="0">
        <dgm:presLayoutVars>
          <dgm:chMax val="2"/>
          <dgm:dir/>
          <dgm:resizeHandles val="exact"/>
        </dgm:presLayoutVars>
      </dgm:prSet>
      <dgm:spPr/>
    </dgm:pt>
    <dgm:pt modelId="{49EE4FA3-248E-42D5-8E9D-666B2AADD541}" type="pres">
      <dgm:prSet presAssocID="{04FE56A6-1E5D-4D53-B6E5-2EC0027D9E99}" presName="ribbon" presStyleLbl="node1" presStyleIdx="0" presStyleCnt="1" custLinFactNeighborX="1250"/>
      <dgm:spPr>
        <a:noFill/>
        <a:ln>
          <a:solidFill>
            <a:schemeClr val="tx1"/>
          </a:solidFill>
        </a:ln>
      </dgm:spPr>
    </dgm:pt>
    <dgm:pt modelId="{ADF13464-5B5E-4DCC-89C4-07AEA4BC3E88}" type="pres">
      <dgm:prSet presAssocID="{04FE56A6-1E5D-4D53-B6E5-2EC0027D9E99}" presName="leftArrowText" presStyleLbl="node1" presStyleIdx="0" presStyleCnt="1" custLinFactNeighborX="3788">
        <dgm:presLayoutVars>
          <dgm:chMax val="0"/>
          <dgm:bulletEnabled val="1"/>
        </dgm:presLayoutVars>
      </dgm:prSet>
      <dgm:spPr/>
    </dgm:pt>
    <dgm:pt modelId="{27DEE02C-9D4B-4CF3-8AB6-A83B4B27D76C}" type="pres">
      <dgm:prSet presAssocID="{04FE56A6-1E5D-4D53-B6E5-2EC0027D9E99}" presName="rightArrowText" presStyleLbl="node1" presStyleIdx="0" presStyleCnt="1" custLinFactNeighborX="3205">
        <dgm:presLayoutVars>
          <dgm:chMax val="0"/>
          <dgm:bulletEnabled val="1"/>
        </dgm:presLayoutVars>
      </dgm:prSet>
      <dgm:spPr/>
    </dgm:pt>
  </dgm:ptLst>
  <dgm:cxnLst>
    <dgm:cxn modelId="{918FC842-CFCB-4E6C-AEA3-DED4101422B8}" type="presOf" srcId="{04FE56A6-1E5D-4D53-B6E5-2EC0027D9E99}" destId="{EFA50B10-C648-41D8-A722-475CD53CE455}" srcOrd="0" destOrd="0" presId="urn:microsoft.com/office/officeart/2005/8/layout/arrow6"/>
    <dgm:cxn modelId="{33203391-0700-4742-9119-78E3236F5B8C}" srcId="{04FE56A6-1E5D-4D53-B6E5-2EC0027D9E99}" destId="{2794C4C3-87C9-4A25-B327-B664090EB073}" srcOrd="0" destOrd="0" parTransId="{72B48611-14FA-4D58-A692-DFCD1844FD04}" sibTransId="{36BE37B3-5C3C-444D-B69C-724FDE98CDB0}"/>
    <dgm:cxn modelId="{986E11A5-B25A-4195-B744-E51386C17CD2}" type="presOf" srcId="{A418CD01-1D71-4CBE-824F-2DF7B4658002}" destId="{27DEE02C-9D4B-4CF3-8AB6-A83B4B27D76C}" srcOrd="0" destOrd="0" presId="urn:microsoft.com/office/officeart/2005/8/layout/arrow6"/>
    <dgm:cxn modelId="{F08CFEC2-2708-4BF3-8C39-196CE8489D02}" type="presOf" srcId="{2794C4C3-87C9-4A25-B327-B664090EB073}" destId="{ADF13464-5B5E-4DCC-89C4-07AEA4BC3E88}" srcOrd="0" destOrd="0" presId="urn:microsoft.com/office/officeart/2005/8/layout/arrow6"/>
    <dgm:cxn modelId="{2BE229E3-9525-45E9-9625-2AADDC28B7B2}" srcId="{04FE56A6-1E5D-4D53-B6E5-2EC0027D9E99}" destId="{A418CD01-1D71-4CBE-824F-2DF7B4658002}" srcOrd="1" destOrd="0" parTransId="{1D2A2BFE-3E6A-4BEF-801D-5F3C0AA5FEFB}" sibTransId="{C6DFDFA2-8437-4FC5-A689-62251AF02FD0}"/>
    <dgm:cxn modelId="{4283CFF8-B346-4CF3-915C-DB1DBCD774D2}" type="presParOf" srcId="{EFA50B10-C648-41D8-A722-475CD53CE455}" destId="{49EE4FA3-248E-42D5-8E9D-666B2AADD541}" srcOrd="0" destOrd="0" presId="urn:microsoft.com/office/officeart/2005/8/layout/arrow6"/>
    <dgm:cxn modelId="{B6788161-9B41-4B64-B76F-37F65C04D544}" type="presParOf" srcId="{EFA50B10-C648-41D8-A722-475CD53CE455}" destId="{ADF13464-5B5E-4DCC-89C4-07AEA4BC3E88}" srcOrd="1" destOrd="0" presId="urn:microsoft.com/office/officeart/2005/8/layout/arrow6"/>
    <dgm:cxn modelId="{DB682731-C1F9-40F6-BF53-BD128FDC4C7D}" type="presParOf" srcId="{EFA50B10-C648-41D8-A722-475CD53CE455}" destId="{27DEE02C-9D4B-4CF3-8AB6-A83B4B27D76C}"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9C666-F279-49D8-8888-BCB825208A02}">
      <dsp:nvSpPr>
        <dsp:cNvPr id="0" name=""/>
        <dsp:cNvSpPr/>
      </dsp:nvSpPr>
      <dsp:spPr>
        <a:xfrm>
          <a:off x="502350" y="1020258"/>
          <a:ext cx="4336841" cy="4336841"/>
        </a:xfrm>
        <a:prstGeom prst="pie">
          <a:avLst>
            <a:gd name="adj1" fmla="val 16200000"/>
            <a:gd name="adj2" fmla="val 1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t>Sản</a:t>
          </a:r>
          <a:r>
            <a:rPr lang="en-US" sz="2800" kern="1200" dirty="0"/>
            <a:t> </a:t>
          </a:r>
          <a:r>
            <a:rPr lang="en-US" sz="2800" kern="1200" dirty="0" err="1"/>
            <a:t>phẩm</a:t>
          </a:r>
          <a:r>
            <a:rPr lang="en-US" sz="2800" kern="1200" dirty="0"/>
            <a:t> </a:t>
          </a:r>
          <a:r>
            <a:rPr lang="en-US" sz="2800" kern="1200" dirty="0" err="1"/>
            <a:t>của</a:t>
          </a:r>
          <a:r>
            <a:rPr lang="en-US" sz="2800" kern="1200" dirty="0"/>
            <a:t> </a:t>
          </a:r>
          <a:r>
            <a:rPr lang="en-US" sz="2800" kern="1200" dirty="0" err="1"/>
            <a:t>lao</a:t>
          </a:r>
          <a:r>
            <a:rPr lang="en-US" sz="2800" kern="1200" dirty="0"/>
            <a:t> </a:t>
          </a:r>
          <a:r>
            <a:rPr lang="en-US" sz="2800" kern="1200" dirty="0" err="1"/>
            <a:t>động</a:t>
          </a:r>
          <a:endParaRPr lang="en-US" sz="2800" kern="1200" dirty="0"/>
        </a:p>
      </dsp:txBody>
      <dsp:txXfrm>
        <a:off x="2787969" y="1939256"/>
        <a:ext cx="1548871" cy="1290726"/>
      </dsp:txXfrm>
    </dsp:sp>
    <dsp:sp modelId="{A228B5A7-9519-47D0-98CC-3686B353506F}">
      <dsp:nvSpPr>
        <dsp:cNvPr id="0" name=""/>
        <dsp:cNvSpPr/>
      </dsp:nvSpPr>
      <dsp:spPr>
        <a:xfrm>
          <a:off x="413032" y="1175146"/>
          <a:ext cx="4336841" cy="4336841"/>
        </a:xfrm>
        <a:prstGeom prst="pie">
          <a:avLst>
            <a:gd name="adj1" fmla="val 1800000"/>
            <a:gd name="adj2" fmla="val 90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t>Thỏa</a:t>
          </a:r>
          <a:r>
            <a:rPr lang="en-US" sz="2800" kern="1200" dirty="0"/>
            <a:t> </a:t>
          </a:r>
          <a:r>
            <a:rPr lang="en-US" sz="2800" kern="1200" dirty="0" err="1"/>
            <a:t>mãn</a:t>
          </a:r>
          <a:r>
            <a:rPr lang="en-US" sz="2800" kern="1200" dirty="0"/>
            <a:t> </a:t>
          </a:r>
          <a:r>
            <a:rPr lang="en-US" sz="2800" kern="1200" dirty="0" err="1"/>
            <a:t>nhu</a:t>
          </a:r>
          <a:r>
            <a:rPr lang="en-US" sz="2800" kern="1200" dirty="0"/>
            <a:t> </a:t>
          </a:r>
          <a:r>
            <a:rPr lang="en-US" sz="2800" kern="1200" dirty="0" err="1"/>
            <a:t>cầu</a:t>
          </a:r>
          <a:r>
            <a:rPr lang="en-US" sz="2800" kern="1200" dirty="0"/>
            <a:t> </a:t>
          </a:r>
          <a:r>
            <a:rPr lang="en-US" sz="2800" kern="1200" dirty="0" err="1"/>
            <a:t>nào</a:t>
          </a:r>
          <a:r>
            <a:rPr lang="en-US" sz="2800" kern="1200" dirty="0"/>
            <a:t> </a:t>
          </a:r>
          <a:r>
            <a:rPr lang="en-US" sz="2800" kern="1200" dirty="0" err="1"/>
            <a:t>đó</a:t>
          </a:r>
          <a:r>
            <a:rPr lang="en-US" sz="2800" kern="1200" dirty="0"/>
            <a:t> </a:t>
          </a:r>
          <a:r>
            <a:rPr lang="en-US" sz="2800" kern="1200" dirty="0" err="1"/>
            <a:t>của</a:t>
          </a:r>
          <a:r>
            <a:rPr lang="en-US" sz="2800" kern="1200" dirty="0"/>
            <a:t> con </a:t>
          </a:r>
          <a:r>
            <a:rPr lang="en-US" sz="2800" kern="1200" dirty="0" err="1"/>
            <a:t>người</a:t>
          </a:r>
          <a:endParaRPr lang="en-US" sz="2800" kern="1200" dirty="0"/>
        </a:p>
      </dsp:txBody>
      <dsp:txXfrm>
        <a:off x="1445613" y="3988929"/>
        <a:ext cx="2323307" cy="1135839"/>
      </dsp:txXfrm>
    </dsp:sp>
    <dsp:sp modelId="{E0AC18C3-2CEA-4EF1-9CBE-35A9B8E938F5}">
      <dsp:nvSpPr>
        <dsp:cNvPr id="0" name=""/>
        <dsp:cNvSpPr/>
      </dsp:nvSpPr>
      <dsp:spPr>
        <a:xfrm>
          <a:off x="323714" y="1020258"/>
          <a:ext cx="4336841" cy="4336841"/>
        </a:xfrm>
        <a:prstGeom prst="pie">
          <a:avLst>
            <a:gd name="adj1" fmla="val 90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t>Dùng</a:t>
          </a:r>
          <a:r>
            <a:rPr lang="en-US" sz="2800" kern="1200" dirty="0"/>
            <a:t> </a:t>
          </a:r>
          <a:r>
            <a:rPr lang="en-US" sz="2800" kern="1200" dirty="0" err="1"/>
            <a:t>để</a:t>
          </a:r>
          <a:r>
            <a:rPr lang="en-US" sz="2800" kern="1200" dirty="0"/>
            <a:t> </a:t>
          </a:r>
          <a:r>
            <a:rPr lang="en-US" sz="2800" kern="1200" dirty="0" err="1"/>
            <a:t>trao</a:t>
          </a:r>
          <a:r>
            <a:rPr lang="en-US" sz="2800" kern="1200" dirty="0"/>
            <a:t> </a:t>
          </a:r>
          <a:r>
            <a:rPr lang="en-US" sz="2800" kern="1200" dirty="0" err="1"/>
            <a:t>đổi</a:t>
          </a:r>
          <a:r>
            <a:rPr lang="en-US" sz="2800" kern="1200" dirty="0"/>
            <a:t> </a:t>
          </a:r>
          <a:r>
            <a:rPr lang="en-US" sz="2800" kern="1200" dirty="0" err="1"/>
            <a:t>với</a:t>
          </a:r>
          <a:r>
            <a:rPr lang="en-US" sz="2800" kern="1200" dirty="0"/>
            <a:t> </a:t>
          </a:r>
          <a:r>
            <a:rPr lang="en-US" sz="2800" kern="1200" dirty="0" err="1"/>
            <a:t>nhau</a:t>
          </a:r>
          <a:endParaRPr lang="en-US" sz="2800" kern="1200" dirty="0"/>
        </a:p>
      </dsp:txBody>
      <dsp:txXfrm>
        <a:off x="826064" y="1939256"/>
        <a:ext cx="1548871" cy="1290726"/>
      </dsp:txXfrm>
    </dsp:sp>
    <dsp:sp modelId="{DDFE03C4-A235-4F61-9FEA-EBDA4A9EEB92}">
      <dsp:nvSpPr>
        <dsp:cNvPr id="0" name=""/>
        <dsp:cNvSpPr/>
      </dsp:nvSpPr>
      <dsp:spPr>
        <a:xfrm>
          <a:off x="234237" y="751787"/>
          <a:ext cx="4873783" cy="4873783"/>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C13AC56-C192-4512-9CAF-DDF13D4AAFB8}">
      <dsp:nvSpPr>
        <dsp:cNvPr id="0" name=""/>
        <dsp:cNvSpPr/>
      </dsp:nvSpPr>
      <dsp:spPr>
        <a:xfrm>
          <a:off x="144561" y="906400"/>
          <a:ext cx="4873783" cy="4873783"/>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FD7549-1F36-4CD9-A7B9-219AAF13E6B0}">
      <dsp:nvSpPr>
        <dsp:cNvPr id="0" name=""/>
        <dsp:cNvSpPr/>
      </dsp:nvSpPr>
      <dsp:spPr>
        <a:xfrm>
          <a:off x="54885" y="751787"/>
          <a:ext cx="4873783" cy="4873783"/>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E4FA3-248E-42D5-8E9D-666B2AADD541}">
      <dsp:nvSpPr>
        <dsp:cNvPr id="0" name=""/>
        <dsp:cNvSpPr/>
      </dsp:nvSpPr>
      <dsp:spPr>
        <a:xfrm>
          <a:off x="228600" y="0"/>
          <a:ext cx="6096000" cy="2438400"/>
        </a:xfrm>
        <a:prstGeom prst="leftRightRibbon">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ADF13464-5B5E-4DCC-89C4-07AEA4BC3E88}">
      <dsp:nvSpPr>
        <dsp:cNvPr id="0" name=""/>
        <dsp:cNvSpPr/>
      </dsp:nvSpPr>
      <dsp:spPr>
        <a:xfrm>
          <a:off x="960122" y="426719"/>
          <a:ext cx="2011680" cy="119481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a:lnSpc>
              <a:spcPct val="90000"/>
            </a:lnSpc>
            <a:spcBef>
              <a:spcPct val="0"/>
            </a:spcBef>
            <a:spcAft>
              <a:spcPct val="35000"/>
            </a:spcAft>
            <a:buNone/>
          </a:pPr>
          <a:r>
            <a:rPr lang="en-US" sz="3300" kern="1200">
              <a:solidFill>
                <a:srgbClr val="002060"/>
              </a:solidFill>
            </a:rPr>
            <a:t>Lao động giản đơn</a:t>
          </a:r>
        </a:p>
      </dsp:txBody>
      <dsp:txXfrm>
        <a:off x="960122" y="426719"/>
        <a:ext cx="2011680" cy="1194816"/>
      </dsp:txXfrm>
    </dsp:sp>
    <dsp:sp modelId="{27DEE02C-9D4B-4CF3-8AB6-A83B4B27D76C}">
      <dsp:nvSpPr>
        <dsp:cNvPr id="0" name=""/>
        <dsp:cNvSpPr/>
      </dsp:nvSpPr>
      <dsp:spPr>
        <a:xfrm>
          <a:off x="3276596" y="816863"/>
          <a:ext cx="2377440" cy="119481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a:lnSpc>
              <a:spcPct val="90000"/>
            </a:lnSpc>
            <a:spcBef>
              <a:spcPct val="0"/>
            </a:spcBef>
            <a:spcAft>
              <a:spcPct val="35000"/>
            </a:spcAft>
            <a:buNone/>
          </a:pPr>
          <a:r>
            <a:rPr lang="en-US" sz="3300" kern="1200">
              <a:solidFill>
                <a:srgbClr val="002060"/>
              </a:solidFill>
            </a:rPr>
            <a:t>Lao động phức tạp</a:t>
          </a:r>
        </a:p>
      </dsp:txBody>
      <dsp:txXfrm>
        <a:off x="3276596" y="816863"/>
        <a:ext cx="2377440" cy="1194816"/>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0E31EDE-17CF-D746-B83B-FEE41F000DF3}" type="datetimeFigureOut">
              <a:rPr lang="en-US" smtClean="0"/>
              <a:t>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320672-5196-0B4F-93AE-044FFF107570}" type="slidenum">
              <a:rPr lang="en-US" smtClean="0"/>
              <a:t>‹#›</a:t>
            </a:fld>
            <a:endParaRPr lang="en-US"/>
          </a:p>
        </p:txBody>
      </p:sp>
    </p:spTree>
    <p:extLst>
      <p:ext uri="{BB962C8B-B14F-4D97-AF65-F5344CB8AC3E}">
        <p14:creationId xmlns:p14="http://schemas.microsoft.com/office/powerpoint/2010/main" val="13539126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6A9F3C-04AF-8847-8AD8-CAC892C2E245}" type="datetimeFigureOut">
              <a:rPr lang="en-US" smtClean="0"/>
              <a:t>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17CB07-0039-4545-92EA-48E12138E514}" type="slidenum">
              <a:rPr lang="en-US" smtClean="0"/>
              <a:t>‹#›</a:t>
            </a:fld>
            <a:endParaRPr lang="en-US"/>
          </a:p>
        </p:txBody>
      </p:sp>
    </p:spTree>
    <p:extLst>
      <p:ext uri="{BB962C8B-B14F-4D97-AF65-F5344CB8AC3E}">
        <p14:creationId xmlns:p14="http://schemas.microsoft.com/office/powerpoint/2010/main" val="1873210512"/>
      </p:ext>
    </p:extLst>
  </p:cSld>
  <p:clrMap bg1="lt1" tx1="dk1" bg2="lt2" tx2="dk2" accent1="accent1" accent2="accent2" accent3="accent3" accent4="accent4" accent5="accent5" accent6="accent6" hlink="hlink" folHlink="folHlink"/>
  <p:hf hdr="0" dt="0"/>
  <p:notesStyle>
    <a:lvl1pPr marL="0" algn="l" defTabSz="1219261" rtl="0" eaLnBrk="1" latinLnBrk="0" hangingPunct="1">
      <a:defRPr sz="3200" kern="1200">
        <a:solidFill>
          <a:schemeClr val="tx1"/>
        </a:solidFill>
        <a:latin typeface="+mn-lt"/>
        <a:ea typeface="+mn-ea"/>
        <a:cs typeface="+mn-cs"/>
      </a:defRPr>
    </a:lvl1pPr>
    <a:lvl2pPr marL="1219261" algn="l" defTabSz="1219261" rtl="0" eaLnBrk="1" latinLnBrk="0" hangingPunct="1">
      <a:defRPr sz="3200" kern="1200">
        <a:solidFill>
          <a:schemeClr val="tx1"/>
        </a:solidFill>
        <a:latin typeface="+mn-lt"/>
        <a:ea typeface="+mn-ea"/>
        <a:cs typeface="+mn-cs"/>
      </a:defRPr>
    </a:lvl2pPr>
    <a:lvl3pPr marL="2438522" algn="l" defTabSz="1219261" rtl="0" eaLnBrk="1" latinLnBrk="0" hangingPunct="1">
      <a:defRPr sz="3200" kern="1200">
        <a:solidFill>
          <a:schemeClr val="tx1"/>
        </a:solidFill>
        <a:latin typeface="+mn-lt"/>
        <a:ea typeface="+mn-ea"/>
        <a:cs typeface="+mn-cs"/>
      </a:defRPr>
    </a:lvl3pPr>
    <a:lvl4pPr marL="3657783" algn="l" defTabSz="1219261" rtl="0" eaLnBrk="1" latinLnBrk="0" hangingPunct="1">
      <a:defRPr sz="3200" kern="1200">
        <a:solidFill>
          <a:schemeClr val="tx1"/>
        </a:solidFill>
        <a:latin typeface="+mn-lt"/>
        <a:ea typeface="+mn-ea"/>
        <a:cs typeface="+mn-cs"/>
      </a:defRPr>
    </a:lvl4pPr>
    <a:lvl5pPr marL="4877044" algn="l" defTabSz="1219261" rtl="0" eaLnBrk="1" latinLnBrk="0" hangingPunct="1">
      <a:defRPr sz="3200" kern="1200">
        <a:solidFill>
          <a:schemeClr val="tx1"/>
        </a:solidFill>
        <a:latin typeface="+mn-lt"/>
        <a:ea typeface="+mn-ea"/>
        <a:cs typeface="+mn-cs"/>
      </a:defRPr>
    </a:lvl5pPr>
    <a:lvl6pPr marL="6096305" algn="l" defTabSz="1219261" rtl="0" eaLnBrk="1" latinLnBrk="0" hangingPunct="1">
      <a:defRPr sz="3200" kern="1200">
        <a:solidFill>
          <a:schemeClr val="tx1"/>
        </a:solidFill>
        <a:latin typeface="+mn-lt"/>
        <a:ea typeface="+mn-ea"/>
        <a:cs typeface="+mn-cs"/>
      </a:defRPr>
    </a:lvl6pPr>
    <a:lvl7pPr marL="7315566" algn="l" defTabSz="1219261" rtl="0" eaLnBrk="1" latinLnBrk="0" hangingPunct="1">
      <a:defRPr sz="3200" kern="1200">
        <a:solidFill>
          <a:schemeClr val="tx1"/>
        </a:solidFill>
        <a:latin typeface="+mn-lt"/>
        <a:ea typeface="+mn-ea"/>
        <a:cs typeface="+mn-cs"/>
      </a:defRPr>
    </a:lvl7pPr>
    <a:lvl8pPr marL="8534827" algn="l" defTabSz="1219261" rtl="0" eaLnBrk="1" latinLnBrk="0" hangingPunct="1">
      <a:defRPr sz="3200" kern="1200">
        <a:solidFill>
          <a:schemeClr val="tx1"/>
        </a:solidFill>
        <a:latin typeface="+mn-lt"/>
        <a:ea typeface="+mn-ea"/>
        <a:cs typeface="+mn-cs"/>
      </a:defRPr>
    </a:lvl8pPr>
    <a:lvl9pPr marL="9754088" algn="l" defTabSz="1219261"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1DA31A-7B6C-4CE5-AC2A-225285A0CBDE}" type="slidenum">
              <a:rPr lang="en-US" altLang="en-US" smtClean="0"/>
              <a:pPr/>
              <a:t>1</a:t>
            </a:fld>
            <a:endParaRPr lang="en-US" altLang="en-US"/>
          </a:p>
        </p:txBody>
      </p:sp>
      <p:sp>
        <p:nvSpPr>
          <p:cNvPr id="2" name="Footer Placeholder 1"/>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814161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elcom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93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out Title">
    <p:spTree>
      <p:nvGrpSpPr>
        <p:cNvPr id="1" name=""/>
        <p:cNvGrpSpPr/>
        <p:nvPr/>
      </p:nvGrpSpPr>
      <p:grpSpPr>
        <a:xfrm>
          <a:off x="0" y="0"/>
          <a:ext cx="0" cy="0"/>
          <a:chOff x="0" y="0"/>
          <a:chExt cx="0" cy="0"/>
        </a:xfrm>
      </p:grpSpPr>
      <p:sp>
        <p:nvSpPr>
          <p:cNvPr id="7" name="Oval 6"/>
          <p:cNvSpPr>
            <a:spLocks noChangeAspect="1"/>
          </p:cNvSpPr>
          <p:nvPr userDrawn="1"/>
        </p:nvSpPr>
        <p:spPr>
          <a:xfrm>
            <a:off x="17071094" y="775128"/>
            <a:ext cx="517548" cy="69006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6"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1249534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0" name="Oval 39"/>
          <p:cNvSpPr>
            <a:spLocks noChangeAspect="1"/>
          </p:cNvSpPr>
          <p:nvPr userDrawn="1"/>
        </p:nvSpPr>
        <p:spPr>
          <a:xfrm>
            <a:off x="17071094" y="775128"/>
            <a:ext cx="517548" cy="69006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41"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326362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3" name="Picture Placeholder 22"/>
          <p:cNvSpPr>
            <a:spLocks noGrp="1"/>
          </p:cNvSpPr>
          <p:nvPr>
            <p:ph type="pic" sz="quarter" idx="15"/>
          </p:nvPr>
        </p:nvSpPr>
        <p:spPr>
          <a:xfrm>
            <a:off x="1664142" y="4038600"/>
            <a:ext cx="3200400" cy="4267200"/>
          </a:xfrm>
          <a:prstGeom prst="rect">
            <a:avLst/>
          </a:prstGeom>
        </p:spPr>
        <p:txBody>
          <a:bodyPr>
            <a:normAutofit/>
          </a:bodyPr>
          <a:lstStyle>
            <a:lvl1pPr>
              <a:defRPr sz="2400"/>
            </a:lvl1pPr>
          </a:lstStyle>
          <a:p>
            <a:endParaRPr lang="en-US"/>
          </a:p>
        </p:txBody>
      </p:sp>
      <p:sp>
        <p:nvSpPr>
          <p:cNvPr id="18" name="Picture Placeholder 22"/>
          <p:cNvSpPr>
            <a:spLocks noGrp="1"/>
          </p:cNvSpPr>
          <p:nvPr>
            <p:ph type="pic" sz="quarter" idx="16"/>
          </p:nvPr>
        </p:nvSpPr>
        <p:spPr>
          <a:xfrm>
            <a:off x="5486400" y="4038600"/>
            <a:ext cx="3200400" cy="4267200"/>
          </a:xfrm>
          <a:prstGeom prst="rect">
            <a:avLst/>
          </a:prstGeom>
        </p:spPr>
        <p:txBody>
          <a:bodyPr>
            <a:normAutofit/>
          </a:bodyPr>
          <a:lstStyle>
            <a:lvl1pPr>
              <a:defRPr sz="2400"/>
            </a:lvl1pPr>
          </a:lstStyle>
          <a:p>
            <a:endParaRPr lang="en-US"/>
          </a:p>
        </p:txBody>
      </p:sp>
      <p:sp>
        <p:nvSpPr>
          <p:cNvPr id="19" name="Picture Placeholder 22"/>
          <p:cNvSpPr>
            <a:spLocks noGrp="1"/>
          </p:cNvSpPr>
          <p:nvPr>
            <p:ph type="pic" sz="quarter" idx="17"/>
          </p:nvPr>
        </p:nvSpPr>
        <p:spPr>
          <a:xfrm>
            <a:off x="9144000" y="4038600"/>
            <a:ext cx="3200400" cy="4267200"/>
          </a:xfrm>
          <a:prstGeom prst="rect">
            <a:avLst/>
          </a:prstGeom>
        </p:spPr>
        <p:txBody>
          <a:bodyPr>
            <a:normAutofit/>
          </a:bodyPr>
          <a:lstStyle>
            <a:lvl1pPr>
              <a:defRPr sz="2400"/>
            </a:lvl1pPr>
          </a:lstStyle>
          <a:p>
            <a:endParaRPr lang="en-US"/>
          </a:p>
        </p:txBody>
      </p:sp>
      <p:sp>
        <p:nvSpPr>
          <p:cNvPr id="20" name="Picture Placeholder 22"/>
          <p:cNvSpPr>
            <a:spLocks noGrp="1"/>
          </p:cNvSpPr>
          <p:nvPr>
            <p:ph type="pic" sz="quarter" idx="18"/>
          </p:nvPr>
        </p:nvSpPr>
        <p:spPr>
          <a:xfrm>
            <a:off x="12801600" y="4038600"/>
            <a:ext cx="3200400" cy="4267200"/>
          </a:xfrm>
          <a:prstGeom prst="rect">
            <a:avLst/>
          </a:prstGeom>
        </p:spPr>
        <p:txBody>
          <a:bodyPr>
            <a:normAutofit/>
          </a:bodyPr>
          <a:lstStyle>
            <a:lvl1pPr>
              <a:defRPr sz="2400"/>
            </a:lvl1pPr>
          </a:lstStyle>
          <a:p>
            <a:endParaRPr lang="en-US"/>
          </a:p>
        </p:txBody>
      </p:sp>
      <p:sp>
        <p:nvSpPr>
          <p:cNvPr id="37" name="Oval 36"/>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38"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164808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nodePh="1">
                                  <p:stCondLst>
                                    <p:cond delay="0"/>
                                  </p:stCondLst>
                                  <p:endCondLst>
                                    <p:cond evt="begin" delay="0">
                                      <p:tn val="5"/>
                                    </p:cond>
                                  </p:end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childTnLst>
                          </p:cTn>
                        </p:par>
                        <p:par>
                          <p:cTn id="11" fill="hold">
                            <p:stCondLst>
                              <p:cond delay="1000"/>
                            </p:stCondLst>
                            <p:childTnLst>
                              <p:par>
                                <p:cTn id="12" presetID="31" presetClass="entr" presetSubtype="0" fill="hold" grpId="0" nodeType="afterEffect" nodePh="1">
                                  <p:stCondLst>
                                    <p:cond delay="0"/>
                                  </p:stCondLst>
                                  <p:endCondLst>
                                    <p:cond evt="begin" delay="0">
                                      <p:tn val="12"/>
                                    </p:cond>
                                  </p:endCondLst>
                                  <p:childTnLst>
                                    <p:set>
                                      <p:cBhvr>
                                        <p:cTn id="13" dur="1" fill="hold">
                                          <p:stCondLst>
                                            <p:cond delay="0"/>
                                          </p:stCondLst>
                                        </p:cTn>
                                        <p:tgtEl>
                                          <p:spTgt spid="18"/>
                                        </p:tgtEl>
                                        <p:attrNameLst>
                                          <p:attrName>style.visibility</p:attrName>
                                        </p:attrNameLst>
                                      </p:cBhvr>
                                      <p:to>
                                        <p:strVal val="visible"/>
                                      </p:to>
                                    </p:set>
                                    <p:anim calcmode="lin" valueType="num">
                                      <p:cBhvr>
                                        <p:cTn id="14" dur="1000" fill="hold"/>
                                        <p:tgtEl>
                                          <p:spTgt spid="18"/>
                                        </p:tgtEl>
                                        <p:attrNameLst>
                                          <p:attrName>ppt_w</p:attrName>
                                        </p:attrNameLst>
                                      </p:cBhvr>
                                      <p:tavLst>
                                        <p:tav tm="0">
                                          <p:val>
                                            <p:fltVal val="0"/>
                                          </p:val>
                                        </p:tav>
                                        <p:tav tm="100000">
                                          <p:val>
                                            <p:strVal val="#ppt_w"/>
                                          </p:val>
                                        </p:tav>
                                      </p:tavLst>
                                    </p:anim>
                                    <p:anim calcmode="lin" valueType="num">
                                      <p:cBhvr>
                                        <p:cTn id="15" dur="1000" fill="hold"/>
                                        <p:tgtEl>
                                          <p:spTgt spid="18"/>
                                        </p:tgtEl>
                                        <p:attrNameLst>
                                          <p:attrName>ppt_h</p:attrName>
                                        </p:attrNameLst>
                                      </p:cBhvr>
                                      <p:tavLst>
                                        <p:tav tm="0">
                                          <p:val>
                                            <p:fltVal val="0"/>
                                          </p:val>
                                        </p:tav>
                                        <p:tav tm="100000">
                                          <p:val>
                                            <p:strVal val="#ppt_h"/>
                                          </p:val>
                                        </p:tav>
                                      </p:tavLst>
                                    </p:anim>
                                    <p:anim calcmode="lin" valueType="num">
                                      <p:cBhvr>
                                        <p:cTn id="16" dur="1000" fill="hold"/>
                                        <p:tgtEl>
                                          <p:spTgt spid="18"/>
                                        </p:tgtEl>
                                        <p:attrNameLst>
                                          <p:attrName>style.rotation</p:attrName>
                                        </p:attrNameLst>
                                      </p:cBhvr>
                                      <p:tavLst>
                                        <p:tav tm="0">
                                          <p:val>
                                            <p:fltVal val="90"/>
                                          </p:val>
                                        </p:tav>
                                        <p:tav tm="100000">
                                          <p:val>
                                            <p:fltVal val="0"/>
                                          </p:val>
                                        </p:tav>
                                      </p:tavLst>
                                    </p:anim>
                                    <p:animEffect transition="in" filter="fade">
                                      <p:cBhvr>
                                        <p:cTn id="17" dur="1000"/>
                                        <p:tgtEl>
                                          <p:spTgt spid="18"/>
                                        </p:tgtEl>
                                      </p:cBhvr>
                                    </p:animEffect>
                                  </p:childTnLst>
                                </p:cTn>
                              </p:par>
                            </p:childTnLst>
                          </p:cTn>
                        </p:par>
                        <p:par>
                          <p:cTn id="18" fill="hold">
                            <p:stCondLst>
                              <p:cond delay="2000"/>
                            </p:stCondLst>
                            <p:childTnLst>
                              <p:par>
                                <p:cTn id="19" presetID="31" presetClass="entr" presetSubtype="0" fill="hold" grpId="0" nodeType="afterEffect" nodePh="1">
                                  <p:stCondLst>
                                    <p:cond delay="0"/>
                                  </p:stCondLst>
                                  <p:endCondLst>
                                    <p:cond evt="begin" delay="0">
                                      <p:tn val="19"/>
                                    </p:cond>
                                  </p:endCondLst>
                                  <p:childTnLst>
                                    <p:set>
                                      <p:cBhvr>
                                        <p:cTn id="20" dur="1" fill="hold">
                                          <p:stCondLst>
                                            <p:cond delay="0"/>
                                          </p:stCondLst>
                                        </p:cTn>
                                        <p:tgtEl>
                                          <p:spTgt spid="19"/>
                                        </p:tgtEl>
                                        <p:attrNameLst>
                                          <p:attrName>style.visibility</p:attrName>
                                        </p:attrNameLst>
                                      </p:cBhvr>
                                      <p:to>
                                        <p:strVal val="visible"/>
                                      </p:to>
                                    </p:set>
                                    <p:anim calcmode="lin" valueType="num">
                                      <p:cBhvr>
                                        <p:cTn id="21" dur="1000" fill="hold"/>
                                        <p:tgtEl>
                                          <p:spTgt spid="19"/>
                                        </p:tgtEl>
                                        <p:attrNameLst>
                                          <p:attrName>ppt_w</p:attrName>
                                        </p:attrNameLst>
                                      </p:cBhvr>
                                      <p:tavLst>
                                        <p:tav tm="0">
                                          <p:val>
                                            <p:fltVal val="0"/>
                                          </p:val>
                                        </p:tav>
                                        <p:tav tm="100000">
                                          <p:val>
                                            <p:strVal val="#ppt_w"/>
                                          </p:val>
                                        </p:tav>
                                      </p:tavLst>
                                    </p:anim>
                                    <p:anim calcmode="lin" valueType="num">
                                      <p:cBhvr>
                                        <p:cTn id="22" dur="1000" fill="hold"/>
                                        <p:tgtEl>
                                          <p:spTgt spid="19"/>
                                        </p:tgtEl>
                                        <p:attrNameLst>
                                          <p:attrName>ppt_h</p:attrName>
                                        </p:attrNameLst>
                                      </p:cBhvr>
                                      <p:tavLst>
                                        <p:tav tm="0">
                                          <p:val>
                                            <p:fltVal val="0"/>
                                          </p:val>
                                        </p:tav>
                                        <p:tav tm="100000">
                                          <p:val>
                                            <p:strVal val="#ppt_h"/>
                                          </p:val>
                                        </p:tav>
                                      </p:tavLst>
                                    </p:anim>
                                    <p:anim calcmode="lin" valueType="num">
                                      <p:cBhvr>
                                        <p:cTn id="23" dur="1000" fill="hold"/>
                                        <p:tgtEl>
                                          <p:spTgt spid="19"/>
                                        </p:tgtEl>
                                        <p:attrNameLst>
                                          <p:attrName>style.rotation</p:attrName>
                                        </p:attrNameLst>
                                      </p:cBhvr>
                                      <p:tavLst>
                                        <p:tav tm="0">
                                          <p:val>
                                            <p:fltVal val="90"/>
                                          </p:val>
                                        </p:tav>
                                        <p:tav tm="100000">
                                          <p:val>
                                            <p:fltVal val="0"/>
                                          </p:val>
                                        </p:tav>
                                      </p:tavLst>
                                    </p:anim>
                                    <p:animEffect transition="in" filter="fade">
                                      <p:cBhvr>
                                        <p:cTn id="24" dur="1000"/>
                                        <p:tgtEl>
                                          <p:spTgt spid="19"/>
                                        </p:tgtEl>
                                      </p:cBhvr>
                                    </p:animEffect>
                                  </p:childTnLst>
                                </p:cTn>
                              </p:par>
                            </p:childTnLst>
                          </p:cTn>
                        </p:par>
                        <p:par>
                          <p:cTn id="25" fill="hold">
                            <p:stCondLst>
                              <p:cond delay="3000"/>
                            </p:stCondLst>
                            <p:childTnLst>
                              <p:par>
                                <p:cTn id="26" presetID="31" presetClass="entr" presetSubtype="0" fill="hold" grpId="0" nodeType="afterEffect" nodePh="1">
                                  <p:stCondLst>
                                    <p:cond delay="0"/>
                                  </p:stCondLst>
                                  <p:endCondLst>
                                    <p:cond evt="begin" delay="0">
                                      <p:tn val="26"/>
                                    </p:cond>
                                  </p:endCondLst>
                                  <p:childTnLst>
                                    <p:set>
                                      <p:cBhvr>
                                        <p:cTn id="27" dur="1" fill="hold">
                                          <p:stCondLst>
                                            <p:cond delay="0"/>
                                          </p:stCondLst>
                                        </p:cTn>
                                        <p:tgtEl>
                                          <p:spTgt spid="20"/>
                                        </p:tgtEl>
                                        <p:attrNameLst>
                                          <p:attrName>style.visibility</p:attrName>
                                        </p:attrNameLst>
                                      </p:cBhvr>
                                      <p:to>
                                        <p:strVal val="visible"/>
                                      </p:to>
                                    </p:set>
                                    <p:anim calcmode="lin" valueType="num">
                                      <p:cBhvr>
                                        <p:cTn id="28" dur="1000" fill="hold"/>
                                        <p:tgtEl>
                                          <p:spTgt spid="20"/>
                                        </p:tgtEl>
                                        <p:attrNameLst>
                                          <p:attrName>ppt_w</p:attrName>
                                        </p:attrNameLst>
                                      </p:cBhvr>
                                      <p:tavLst>
                                        <p:tav tm="0">
                                          <p:val>
                                            <p:fltVal val="0"/>
                                          </p:val>
                                        </p:tav>
                                        <p:tav tm="100000">
                                          <p:val>
                                            <p:strVal val="#ppt_w"/>
                                          </p:val>
                                        </p:tav>
                                      </p:tavLst>
                                    </p:anim>
                                    <p:anim calcmode="lin" valueType="num">
                                      <p:cBhvr>
                                        <p:cTn id="29" dur="1000" fill="hold"/>
                                        <p:tgtEl>
                                          <p:spTgt spid="20"/>
                                        </p:tgtEl>
                                        <p:attrNameLst>
                                          <p:attrName>ppt_h</p:attrName>
                                        </p:attrNameLst>
                                      </p:cBhvr>
                                      <p:tavLst>
                                        <p:tav tm="0">
                                          <p:val>
                                            <p:fltVal val="0"/>
                                          </p:val>
                                        </p:tav>
                                        <p:tav tm="100000">
                                          <p:val>
                                            <p:strVal val="#ppt_h"/>
                                          </p:val>
                                        </p:tav>
                                      </p:tavLst>
                                    </p:anim>
                                    <p:anim calcmode="lin" valueType="num">
                                      <p:cBhvr>
                                        <p:cTn id="30" dur="1000" fill="hold"/>
                                        <p:tgtEl>
                                          <p:spTgt spid="20"/>
                                        </p:tgtEl>
                                        <p:attrNameLst>
                                          <p:attrName>style.rotation</p:attrName>
                                        </p:attrNameLst>
                                      </p:cBhvr>
                                      <p:tavLst>
                                        <p:tav tm="0">
                                          <p:val>
                                            <p:fltVal val="90"/>
                                          </p:val>
                                        </p:tav>
                                        <p:tav tm="100000">
                                          <p:val>
                                            <p:fltVal val="0"/>
                                          </p:val>
                                        </p:tav>
                                      </p:tavLst>
                                    </p:anim>
                                    <p:animEffect transition="in" filter="fade">
                                      <p:cBhvr>
                                        <p:cTn id="3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8" grpId="0"/>
      <p:bldP spid="19" grpId="0"/>
      <p:bldP spid="20"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ividual of the Team">
    <p:spTree>
      <p:nvGrpSpPr>
        <p:cNvPr id="1" name=""/>
        <p:cNvGrpSpPr/>
        <p:nvPr/>
      </p:nvGrpSpPr>
      <p:grpSpPr>
        <a:xfrm>
          <a:off x="0" y="0"/>
          <a:ext cx="0" cy="0"/>
          <a:chOff x="0" y="0"/>
          <a:chExt cx="0" cy="0"/>
        </a:xfrm>
      </p:grpSpPr>
      <p:sp>
        <p:nvSpPr>
          <p:cNvPr id="23" name="Picture Placeholder 22"/>
          <p:cNvSpPr>
            <a:spLocks noGrp="1"/>
          </p:cNvSpPr>
          <p:nvPr>
            <p:ph type="pic" sz="quarter" idx="15"/>
          </p:nvPr>
        </p:nvSpPr>
        <p:spPr>
          <a:xfrm>
            <a:off x="2109381" y="3574112"/>
            <a:ext cx="4748916" cy="6331888"/>
          </a:xfrm>
          <a:prstGeom prst="rect">
            <a:avLst/>
          </a:prstGeom>
        </p:spPr>
        <p:txBody>
          <a:bodyPr>
            <a:normAutofit/>
          </a:bodyPr>
          <a:lstStyle>
            <a:lvl1pPr>
              <a:defRPr sz="2400"/>
            </a:lvl1pPr>
          </a:lstStyle>
          <a:p>
            <a:endParaRPr lang="en-US"/>
          </a:p>
        </p:txBody>
      </p:sp>
      <p:sp>
        <p:nvSpPr>
          <p:cNvPr id="31" name="Oval 30"/>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32"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26595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nodePh="1">
                                  <p:stCondLst>
                                    <p:cond delay="0"/>
                                  </p:stCondLst>
                                  <p:endCondLst>
                                    <p:cond evt="begin" delay="0">
                                      <p:tn val="5"/>
                                    </p:cond>
                                  </p:end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folio One">
    <p:spTree>
      <p:nvGrpSpPr>
        <p:cNvPr id="1" name=""/>
        <p:cNvGrpSpPr/>
        <p:nvPr/>
      </p:nvGrpSpPr>
      <p:grpSpPr>
        <a:xfrm>
          <a:off x="0" y="0"/>
          <a:ext cx="0" cy="0"/>
          <a:chOff x="0" y="0"/>
          <a:chExt cx="0" cy="0"/>
        </a:xfrm>
      </p:grpSpPr>
      <p:sp>
        <p:nvSpPr>
          <p:cNvPr id="18" name="Picture Placeholder 13"/>
          <p:cNvSpPr>
            <a:spLocks noGrp="1"/>
          </p:cNvSpPr>
          <p:nvPr>
            <p:ph type="pic" sz="quarter" idx="10"/>
          </p:nvPr>
        </p:nvSpPr>
        <p:spPr>
          <a:xfrm>
            <a:off x="1932446" y="312197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20" name="Picture Placeholder 13"/>
          <p:cNvSpPr>
            <a:spLocks noGrp="1"/>
          </p:cNvSpPr>
          <p:nvPr>
            <p:ph type="pic" sz="quarter" idx="15"/>
          </p:nvPr>
        </p:nvSpPr>
        <p:spPr>
          <a:xfrm>
            <a:off x="9096339" y="3132312"/>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26" name="Picture Placeholder 13"/>
          <p:cNvSpPr>
            <a:spLocks noGrp="1"/>
          </p:cNvSpPr>
          <p:nvPr>
            <p:ph type="pic" sz="quarter" idx="16"/>
          </p:nvPr>
        </p:nvSpPr>
        <p:spPr>
          <a:xfrm>
            <a:off x="12678285" y="3142501"/>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27" name="Picture Placeholder 13"/>
          <p:cNvSpPr>
            <a:spLocks noGrp="1"/>
          </p:cNvSpPr>
          <p:nvPr>
            <p:ph type="pic" sz="quarter" idx="17"/>
          </p:nvPr>
        </p:nvSpPr>
        <p:spPr>
          <a:xfrm>
            <a:off x="1932446" y="794241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28" name="Picture Placeholder 13"/>
          <p:cNvSpPr>
            <a:spLocks noGrp="1"/>
          </p:cNvSpPr>
          <p:nvPr>
            <p:ph type="pic" sz="quarter" idx="18"/>
          </p:nvPr>
        </p:nvSpPr>
        <p:spPr>
          <a:xfrm>
            <a:off x="5514392" y="794241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29" name="Picture Placeholder 13"/>
          <p:cNvSpPr>
            <a:spLocks noGrp="1"/>
          </p:cNvSpPr>
          <p:nvPr>
            <p:ph type="pic" sz="quarter" idx="19"/>
          </p:nvPr>
        </p:nvSpPr>
        <p:spPr>
          <a:xfrm>
            <a:off x="9096339" y="7921890"/>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30" name="Picture Placeholder 13"/>
          <p:cNvSpPr>
            <a:spLocks noGrp="1"/>
          </p:cNvSpPr>
          <p:nvPr>
            <p:ph type="pic" sz="quarter" idx="20"/>
          </p:nvPr>
        </p:nvSpPr>
        <p:spPr>
          <a:xfrm>
            <a:off x="12678285" y="7921890"/>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32" name="Picture Placeholder 13"/>
          <p:cNvSpPr>
            <a:spLocks noGrp="1"/>
          </p:cNvSpPr>
          <p:nvPr>
            <p:ph type="pic" sz="quarter" idx="21"/>
          </p:nvPr>
        </p:nvSpPr>
        <p:spPr>
          <a:xfrm>
            <a:off x="5514392" y="312197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33" name="Oval 32"/>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34"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2952249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8"/>
                                        </p:tgtEl>
                                        <p:attrNameLst>
                                          <p:attrName>style.visibility</p:attrName>
                                        </p:attrNameLst>
                                      </p:cBhvr>
                                      <p:to>
                                        <p:strVal val="visible"/>
                                      </p:to>
                                    </p:set>
                                    <p:anim calcmode="lin" valueType="num">
                                      <p:cBhvr>
                                        <p:cTn id="7" dur="400" fill="hold"/>
                                        <p:tgtEl>
                                          <p:spTgt spid="18"/>
                                        </p:tgtEl>
                                        <p:attrNameLst>
                                          <p:attrName>ppt_w</p:attrName>
                                        </p:attrNameLst>
                                      </p:cBhvr>
                                      <p:tavLst>
                                        <p:tav tm="0">
                                          <p:val>
                                            <p:fltVal val="0"/>
                                          </p:val>
                                        </p:tav>
                                        <p:tav tm="100000">
                                          <p:val>
                                            <p:strVal val="#ppt_w"/>
                                          </p:val>
                                        </p:tav>
                                      </p:tavLst>
                                    </p:anim>
                                    <p:anim calcmode="lin" valueType="num">
                                      <p:cBhvr>
                                        <p:cTn id="8" dur="400" fill="hold"/>
                                        <p:tgtEl>
                                          <p:spTgt spid="18"/>
                                        </p:tgtEl>
                                        <p:attrNameLst>
                                          <p:attrName>ppt_h</p:attrName>
                                        </p:attrNameLst>
                                      </p:cBhvr>
                                      <p:tavLst>
                                        <p:tav tm="0">
                                          <p:val>
                                            <p:fltVal val="0"/>
                                          </p:val>
                                        </p:tav>
                                        <p:tav tm="100000">
                                          <p:val>
                                            <p:strVal val="#ppt_h"/>
                                          </p:val>
                                        </p:tav>
                                      </p:tavLst>
                                    </p:anim>
                                    <p:animEffect transition="in" filter="fade">
                                      <p:cBhvr>
                                        <p:cTn id="9" dur="400"/>
                                        <p:tgtEl>
                                          <p:spTgt spid="18"/>
                                        </p:tgtEl>
                                      </p:cBhvr>
                                    </p:animEffect>
                                  </p:childTnLst>
                                </p:cTn>
                              </p:par>
                            </p:childTnLst>
                          </p:cTn>
                        </p:par>
                        <p:par>
                          <p:cTn id="10" fill="hold">
                            <p:stCondLst>
                              <p:cond delay="400"/>
                            </p:stCondLst>
                            <p:childTnLst>
                              <p:par>
                                <p:cTn id="11" presetID="53" presetClass="entr" presetSubtype="16" fill="hold" grpId="0" nodeType="afterEffect" nodePh="1">
                                  <p:stCondLst>
                                    <p:cond delay="0"/>
                                  </p:stCondLst>
                                  <p:endCondLst>
                                    <p:cond evt="begin" delay="0">
                                      <p:tn val="11"/>
                                    </p:cond>
                                  </p:endCondLst>
                                  <p:childTnLst>
                                    <p:set>
                                      <p:cBhvr>
                                        <p:cTn id="12" dur="1" fill="hold">
                                          <p:stCondLst>
                                            <p:cond delay="0"/>
                                          </p:stCondLst>
                                        </p:cTn>
                                        <p:tgtEl>
                                          <p:spTgt spid="27"/>
                                        </p:tgtEl>
                                        <p:attrNameLst>
                                          <p:attrName>style.visibility</p:attrName>
                                        </p:attrNameLst>
                                      </p:cBhvr>
                                      <p:to>
                                        <p:strVal val="visible"/>
                                      </p:to>
                                    </p:set>
                                    <p:anim calcmode="lin" valueType="num">
                                      <p:cBhvr>
                                        <p:cTn id="13" dur="400" fill="hold"/>
                                        <p:tgtEl>
                                          <p:spTgt spid="27"/>
                                        </p:tgtEl>
                                        <p:attrNameLst>
                                          <p:attrName>ppt_w</p:attrName>
                                        </p:attrNameLst>
                                      </p:cBhvr>
                                      <p:tavLst>
                                        <p:tav tm="0">
                                          <p:val>
                                            <p:fltVal val="0"/>
                                          </p:val>
                                        </p:tav>
                                        <p:tav tm="100000">
                                          <p:val>
                                            <p:strVal val="#ppt_w"/>
                                          </p:val>
                                        </p:tav>
                                      </p:tavLst>
                                    </p:anim>
                                    <p:anim calcmode="lin" valueType="num">
                                      <p:cBhvr>
                                        <p:cTn id="14" dur="400" fill="hold"/>
                                        <p:tgtEl>
                                          <p:spTgt spid="27"/>
                                        </p:tgtEl>
                                        <p:attrNameLst>
                                          <p:attrName>ppt_h</p:attrName>
                                        </p:attrNameLst>
                                      </p:cBhvr>
                                      <p:tavLst>
                                        <p:tav tm="0">
                                          <p:val>
                                            <p:fltVal val="0"/>
                                          </p:val>
                                        </p:tav>
                                        <p:tav tm="100000">
                                          <p:val>
                                            <p:strVal val="#ppt_h"/>
                                          </p:val>
                                        </p:tav>
                                      </p:tavLst>
                                    </p:anim>
                                    <p:animEffect transition="in" filter="fade">
                                      <p:cBhvr>
                                        <p:cTn id="15" dur="400"/>
                                        <p:tgtEl>
                                          <p:spTgt spid="27"/>
                                        </p:tgtEl>
                                      </p:cBhvr>
                                    </p:animEffect>
                                  </p:childTnLst>
                                </p:cTn>
                              </p:par>
                            </p:childTnLst>
                          </p:cTn>
                        </p:par>
                        <p:par>
                          <p:cTn id="16" fill="hold">
                            <p:stCondLst>
                              <p:cond delay="800"/>
                            </p:stCondLst>
                            <p:childTnLst>
                              <p:par>
                                <p:cTn id="17" presetID="53" presetClass="entr" presetSubtype="16" fill="hold" grpId="0" nodeType="afterEffect" nodePh="1">
                                  <p:stCondLst>
                                    <p:cond delay="0"/>
                                  </p:stCondLst>
                                  <p:endCondLst>
                                    <p:cond evt="begin" delay="0">
                                      <p:tn val="17"/>
                                    </p:cond>
                                  </p:endCondLst>
                                  <p:childTnLst>
                                    <p:set>
                                      <p:cBhvr>
                                        <p:cTn id="18" dur="1" fill="hold">
                                          <p:stCondLst>
                                            <p:cond delay="0"/>
                                          </p:stCondLst>
                                        </p:cTn>
                                        <p:tgtEl>
                                          <p:spTgt spid="28"/>
                                        </p:tgtEl>
                                        <p:attrNameLst>
                                          <p:attrName>style.visibility</p:attrName>
                                        </p:attrNameLst>
                                      </p:cBhvr>
                                      <p:to>
                                        <p:strVal val="visible"/>
                                      </p:to>
                                    </p:set>
                                    <p:anim calcmode="lin" valueType="num">
                                      <p:cBhvr>
                                        <p:cTn id="19" dur="400" fill="hold"/>
                                        <p:tgtEl>
                                          <p:spTgt spid="28"/>
                                        </p:tgtEl>
                                        <p:attrNameLst>
                                          <p:attrName>ppt_w</p:attrName>
                                        </p:attrNameLst>
                                      </p:cBhvr>
                                      <p:tavLst>
                                        <p:tav tm="0">
                                          <p:val>
                                            <p:fltVal val="0"/>
                                          </p:val>
                                        </p:tav>
                                        <p:tav tm="100000">
                                          <p:val>
                                            <p:strVal val="#ppt_w"/>
                                          </p:val>
                                        </p:tav>
                                      </p:tavLst>
                                    </p:anim>
                                    <p:anim calcmode="lin" valueType="num">
                                      <p:cBhvr>
                                        <p:cTn id="20" dur="400" fill="hold"/>
                                        <p:tgtEl>
                                          <p:spTgt spid="28"/>
                                        </p:tgtEl>
                                        <p:attrNameLst>
                                          <p:attrName>ppt_h</p:attrName>
                                        </p:attrNameLst>
                                      </p:cBhvr>
                                      <p:tavLst>
                                        <p:tav tm="0">
                                          <p:val>
                                            <p:fltVal val="0"/>
                                          </p:val>
                                        </p:tav>
                                        <p:tav tm="100000">
                                          <p:val>
                                            <p:strVal val="#ppt_h"/>
                                          </p:val>
                                        </p:tav>
                                      </p:tavLst>
                                    </p:anim>
                                    <p:animEffect transition="in" filter="fade">
                                      <p:cBhvr>
                                        <p:cTn id="21" dur="400"/>
                                        <p:tgtEl>
                                          <p:spTgt spid="28"/>
                                        </p:tgtEl>
                                      </p:cBhvr>
                                    </p:animEffect>
                                  </p:childTnLst>
                                </p:cTn>
                              </p:par>
                            </p:childTnLst>
                          </p:cTn>
                        </p:par>
                        <p:par>
                          <p:cTn id="22" fill="hold">
                            <p:stCondLst>
                              <p:cond delay="1200"/>
                            </p:stCondLst>
                            <p:childTnLst>
                              <p:par>
                                <p:cTn id="23" presetID="53" presetClass="entr" presetSubtype="16" fill="hold" grpId="0" nodeType="afterEffect" nodePh="1">
                                  <p:stCondLst>
                                    <p:cond delay="0"/>
                                  </p:stCondLst>
                                  <p:endCondLst>
                                    <p:cond evt="begin" delay="0">
                                      <p:tn val="23"/>
                                    </p:cond>
                                  </p:endCondLst>
                                  <p:childTnLst>
                                    <p:set>
                                      <p:cBhvr>
                                        <p:cTn id="24" dur="1" fill="hold">
                                          <p:stCondLst>
                                            <p:cond delay="0"/>
                                          </p:stCondLst>
                                        </p:cTn>
                                        <p:tgtEl>
                                          <p:spTgt spid="20"/>
                                        </p:tgtEl>
                                        <p:attrNameLst>
                                          <p:attrName>style.visibility</p:attrName>
                                        </p:attrNameLst>
                                      </p:cBhvr>
                                      <p:to>
                                        <p:strVal val="visible"/>
                                      </p:to>
                                    </p:set>
                                    <p:anim calcmode="lin" valueType="num">
                                      <p:cBhvr>
                                        <p:cTn id="25" dur="400" fill="hold"/>
                                        <p:tgtEl>
                                          <p:spTgt spid="20"/>
                                        </p:tgtEl>
                                        <p:attrNameLst>
                                          <p:attrName>ppt_w</p:attrName>
                                        </p:attrNameLst>
                                      </p:cBhvr>
                                      <p:tavLst>
                                        <p:tav tm="0">
                                          <p:val>
                                            <p:fltVal val="0"/>
                                          </p:val>
                                        </p:tav>
                                        <p:tav tm="100000">
                                          <p:val>
                                            <p:strVal val="#ppt_w"/>
                                          </p:val>
                                        </p:tav>
                                      </p:tavLst>
                                    </p:anim>
                                    <p:anim calcmode="lin" valueType="num">
                                      <p:cBhvr>
                                        <p:cTn id="26" dur="400" fill="hold"/>
                                        <p:tgtEl>
                                          <p:spTgt spid="20"/>
                                        </p:tgtEl>
                                        <p:attrNameLst>
                                          <p:attrName>ppt_h</p:attrName>
                                        </p:attrNameLst>
                                      </p:cBhvr>
                                      <p:tavLst>
                                        <p:tav tm="0">
                                          <p:val>
                                            <p:fltVal val="0"/>
                                          </p:val>
                                        </p:tav>
                                        <p:tav tm="100000">
                                          <p:val>
                                            <p:strVal val="#ppt_h"/>
                                          </p:val>
                                        </p:tav>
                                      </p:tavLst>
                                    </p:anim>
                                    <p:animEffect transition="in" filter="fade">
                                      <p:cBhvr>
                                        <p:cTn id="27" dur="400"/>
                                        <p:tgtEl>
                                          <p:spTgt spid="20"/>
                                        </p:tgtEl>
                                      </p:cBhvr>
                                    </p:animEffect>
                                  </p:childTnLst>
                                </p:cTn>
                              </p:par>
                            </p:childTnLst>
                          </p:cTn>
                        </p:par>
                        <p:par>
                          <p:cTn id="28" fill="hold">
                            <p:stCondLst>
                              <p:cond delay="1600"/>
                            </p:stCondLst>
                            <p:childTnLst>
                              <p:par>
                                <p:cTn id="29" presetID="53" presetClass="entr" presetSubtype="16" fill="hold" grpId="0" nodeType="afterEffect" nodePh="1">
                                  <p:stCondLst>
                                    <p:cond delay="0"/>
                                  </p:stCondLst>
                                  <p:endCondLst>
                                    <p:cond evt="begin" delay="0">
                                      <p:tn val="29"/>
                                    </p:cond>
                                  </p:endCondLst>
                                  <p:childTnLst>
                                    <p:set>
                                      <p:cBhvr>
                                        <p:cTn id="30" dur="1" fill="hold">
                                          <p:stCondLst>
                                            <p:cond delay="0"/>
                                          </p:stCondLst>
                                        </p:cTn>
                                        <p:tgtEl>
                                          <p:spTgt spid="29"/>
                                        </p:tgtEl>
                                        <p:attrNameLst>
                                          <p:attrName>style.visibility</p:attrName>
                                        </p:attrNameLst>
                                      </p:cBhvr>
                                      <p:to>
                                        <p:strVal val="visible"/>
                                      </p:to>
                                    </p:set>
                                    <p:anim calcmode="lin" valueType="num">
                                      <p:cBhvr>
                                        <p:cTn id="31" dur="400" fill="hold"/>
                                        <p:tgtEl>
                                          <p:spTgt spid="29"/>
                                        </p:tgtEl>
                                        <p:attrNameLst>
                                          <p:attrName>ppt_w</p:attrName>
                                        </p:attrNameLst>
                                      </p:cBhvr>
                                      <p:tavLst>
                                        <p:tav tm="0">
                                          <p:val>
                                            <p:fltVal val="0"/>
                                          </p:val>
                                        </p:tav>
                                        <p:tav tm="100000">
                                          <p:val>
                                            <p:strVal val="#ppt_w"/>
                                          </p:val>
                                        </p:tav>
                                      </p:tavLst>
                                    </p:anim>
                                    <p:anim calcmode="lin" valueType="num">
                                      <p:cBhvr>
                                        <p:cTn id="32" dur="400" fill="hold"/>
                                        <p:tgtEl>
                                          <p:spTgt spid="29"/>
                                        </p:tgtEl>
                                        <p:attrNameLst>
                                          <p:attrName>ppt_h</p:attrName>
                                        </p:attrNameLst>
                                      </p:cBhvr>
                                      <p:tavLst>
                                        <p:tav tm="0">
                                          <p:val>
                                            <p:fltVal val="0"/>
                                          </p:val>
                                        </p:tav>
                                        <p:tav tm="100000">
                                          <p:val>
                                            <p:strVal val="#ppt_h"/>
                                          </p:val>
                                        </p:tav>
                                      </p:tavLst>
                                    </p:anim>
                                    <p:animEffect transition="in" filter="fade">
                                      <p:cBhvr>
                                        <p:cTn id="33" dur="400"/>
                                        <p:tgtEl>
                                          <p:spTgt spid="29"/>
                                        </p:tgtEl>
                                      </p:cBhvr>
                                    </p:animEffect>
                                  </p:childTnLst>
                                </p:cTn>
                              </p:par>
                            </p:childTnLst>
                          </p:cTn>
                        </p:par>
                        <p:par>
                          <p:cTn id="34" fill="hold">
                            <p:stCondLst>
                              <p:cond delay="2000"/>
                            </p:stCondLst>
                            <p:childTnLst>
                              <p:par>
                                <p:cTn id="35" presetID="53" presetClass="entr" presetSubtype="16" fill="hold" grpId="0" nodeType="afterEffect" nodePh="1">
                                  <p:stCondLst>
                                    <p:cond delay="0"/>
                                  </p:stCondLst>
                                  <p:endCondLst>
                                    <p:cond evt="begin" delay="0">
                                      <p:tn val="35"/>
                                    </p:cond>
                                  </p:endCondLst>
                                  <p:childTnLst>
                                    <p:set>
                                      <p:cBhvr>
                                        <p:cTn id="36" dur="1" fill="hold">
                                          <p:stCondLst>
                                            <p:cond delay="0"/>
                                          </p:stCondLst>
                                        </p:cTn>
                                        <p:tgtEl>
                                          <p:spTgt spid="26"/>
                                        </p:tgtEl>
                                        <p:attrNameLst>
                                          <p:attrName>style.visibility</p:attrName>
                                        </p:attrNameLst>
                                      </p:cBhvr>
                                      <p:to>
                                        <p:strVal val="visible"/>
                                      </p:to>
                                    </p:set>
                                    <p:anim calcmode="lin" valueType="num">
                                      <p:cBhvr>
                                        <p:cTn id="37" dur="400" fill="hold"/>
                                        <p:tgtEl>
                                          <p:spTgt spid="26"/>
                                        </p:tgtEl>
                                        <p:attrNameLst>
                                          <p:attrName>ppt_w</p:attrName>
                                        </p:attrNameLst>
                                      </p:cBhvr>
                                      <p:tavLst>
                                        <p:tav tm="0">
                                          <p:val>
                                            <p:fltVal val="0"/>
                                          </p:val>
                                        </p:tav>
                                        <p:tav tm="100000">
                                          <p:val>
                                            <p:strVal val="#ppt_w"/>
                                          </p:val>
                                        </p:tav>
                                      </p:tavLst>
                                    </p:anim>
                                    <p:anim calcmode="lin" valueType="num">
                                      <p:cBhvr>
                                        <p:cTn id="38" dur="400" fill="hold"/>
                                        <p:tgtEl>
                                          <p:spTgt spid="26"/>
                                        </p:tgtEl>
                                        <p:attrNameLst>
                                          <p:attrName>ppt_h</p:attrName>
                                        </p:attrNameLst>
                                      </p:cBhvr>
                                      <p:tavLst>
                                        <p:tav tm="0">
                                          <p:val>
                                            <p:fltVal val="0"/>
                                          </p:val>
                                        </p:tav>
                                        <p:tav tm="100000">
                                          <p:val>
                                            <p:strVal val="#ppt_h"/>
                                          </p:val>
                                        </p:tav>
                                      </p:tavLst>
                                    </p:anim>
                                    <p:animEffect transition="in" filter="fade">
                                      <p:cBhvr>
                                        <p:cTn id="39" dur="400"/>
                                        <p:tgtEl>
                                          <p:spTgt spid="26"/>
                                        </p:tgtEl>
                                      </p:cBhvr>
                                    </p:animEffect>
                                  </p:childTnLst>
                                </p:cTn>
                              </p:par>
                            </p:childTnLst>
                          </p:cTn>
                        </p:par>
                        <p:par>
                          <p:cTn id="40" fill="hold">
                            <p:stCondLst>
                              <p:cond delay="2400"/>
                            </p:stCondLst>
                            <p:childTnLst>
                              <p:par>
                                <p:cTn id="41" presetID="53" presetClass="entr" presetSubtype="16" fill="hold" grpId="0" nodeType="afterEffect" nodePh="1">
                                  <p:stCondLst>
                                    <p:cond delay="0"/>
                                  </p:stCondLst>
                                  <p:endCondLst>
                                    <p:cond evt="begin" delay="0">
                                      <p:tn val="41"/>
                                    </p:cond>
                                  </p:endCondLst>
                                  <p:childTnLst>
                                    <p:set>
                                      <p:cBhvr>
                                        <p:cTn id="42" dur="1" fill="hold">
                                          <p:stCondLst>
                                            <p:cond delay="0"/>
                                          </p:stCondLst>
                                        </p:cTn>
                                        <p:tgtEl>
                                          <p:spTgt spid="30"/>
                                        </p:tgtEl>
                                        <p:attrNameLst>
                                          <p:attrName>style.visibility</p:attrName>
                                        </p:attrNameLst>
                                      </p:cBhvr>
                                      <p:to>
                                        <p:strVal val="visible"/>
                                      </p:to>
                                    </p:set>
                                    <p:anim calcmode="lin" valueType="num">
                                      <p:cBhvr>
                                        <p:cTn id="43" dur="400" fill="hold"/>
                                        <p:tgtEl>
                                          <p:spTgt spid="30"/>
                                        </p:tgtEl>
                                        <p:attrNameLst>
                                          <p:attrName>ppt_w</p:attrName>
                                        </p:attrNameLst>
                                      </p:cBhvr>
                                      <p:tavLst>
                                        <p:tav tm="0">
                                          <p:val>
                                            <p:fltVal val="0"/>
                                          </p:val>
                                        </p:tav>
                                        <p:tav tm="100000">
                                          <p:val>
                                            <p:strVal val="#ppt_w"/>
                                          </p:val>
                                        </p:tav>
                                      </p:tavLst>
                                    </p:anim>
                                    <p:anim calcmode="lin" valueType="num">
                                      <p:cBhvr>
                                        <p:cTn id="44" dur="400" fill="hold"/>
                                        <p:tgtEl>
                                          <p:spTgt spid="30"/>
                                        </p:tgtEl>
                                        <p:attrNameLst>
                                          <p:attrName>ppt_h</p:attrName>
                                        </p:attrNameLst>
                                      </p:cBhvr>
                                      <p:tavLst>
                                        <p:tav tm="0">
                                          <p:val>
                                            <p:fltVal val="0"/>
                                          </p:val>
                                        </p:tav>
                                        <p:tav tm="100000">
                                          <p:val>
                                            <p:strVal val="#ppt_h"/>
                                          </p:val>
                                        </p:tav>
                                      </p:tavLst>
                                    </p:anim>
                                    <p:animEffect transition="in" filter="fade">
                                      <p:cBhvr>
                                        <p:cTn id="45" dur="400"/>
                                        <p:tgtEl>
                                          <p:spTgt spid="30"/>
                                        </p:tgtEl>
                                      </p:cBhvr>
                                    </p:animEffect>
                                  </p:childTnLst>
                                </p:cTn>
                              </p:par>
                            </p:childTnLst>
                          </p:cTn>
                        </p:par>
                        <p:par>
                          <p:cTn id="46" fill="hold">
                            <p:stCondLst>
                              <p:cond delay="2800"/>
                            </p:stCondLst>
                            <p:childTnLst>
                              <p:par>
                                <p:cTn id="47" presetID="53" presetClass="entr" presetSubtype="16" fill="hold" grpId="0" nodeType="afterEffect" nodePh="1">
                                  <p:stCondLst>
                                    <p:cond delay="0"/>
                                  </p:stCondLst>
                                  <p:endCondLst>
                                    <p:cond evt="begin" delay="0">
                                      <p:tn val="47"/>
                                    </p:cond>
                                  </p:endCondLst>
                                  <p:childTnLst>
                                    <p:set>
                                      <p:cBhvr>
                                        <p:cTn id="48" dur="1" fill="hold">
                                          <p:stCondLst>
                                            <p:cond delay="0"/>
                                          </p:stCondLst>
                                        </p:cTn>
                                        <p:tgtEl>
                                          <p:spTgt spid="32"/>
                                        </p:tgtEl>
                                        <p:attrNameLst>
                                          <p:attrName>style.visibility</p:attrName>
                                        </p:attrNameLst>
                                      </p:cBhvr>
                                      <p:to>
                                        <p:strVal val="visible"/>
                                      </p:to>
                                    </p:set>
                                    <p:anim calcmode="lin" valueType="num">
                                      <p:cBhvr>
                                        <p:cTn id="49" dur="400" fill="hold"/>
                                        <p:tgtEl>
                                          <p:spTgt spid="32"/>
                                        </p:tgtEl>
                                        <p:attrNameLst>
                                          <p:attrName>ppt_w</p:attrName>
                                        </p:attrNameLst>
                                      </p:cBhvr>
                                      <p:tavLst>
                                        <p:tav tm="0">
                                          <p:val>
                                            <p:fltVal val="0"/>
                                          </p:val>
                                        </p:tav>
                                        <p:tav tm="100000">
                                          <p:val>
                                            <p:strVal val="#ppt_w"/>
                                          </p:val>
                                        </p:tav>
                                      </p:tavLst>
                                    </p:anim>
                                    <p:anim calcmode="lin" valueType="num">
                                      <p:cBhvr>
                                        <p:cTn id="50" dur="400" fill="hold"/>
                                        <p:tgtEl>
                                          <p:spTgt spid="32"/>
                                        </p:tgtEl>
                                        <p:attrNameLst>
                                          <p:attrName>ppt_h</p:attrName>
                                        </p:attrNameLst>
                                      </p:cBhvr>
                                      <p:tavLst>
                                        <p:tav tm="0">
                                          <p:val>
                                            <p:fltVal val="0"/>
                                          </p:val>
                                        </p:tav>
                                        <p:tav tm="100000">
                                          <p:val>
                                            <p:strVal val="#ppt_h"/>
                                          </p:val>
                                        </p:tav>
                                      </p:tavLst>
                                    </p:anim>
                                    <p:animEffect transition="in" filter="fade">
                                      <p:cBhvr>
                                        <p:cTn id="5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P spid="27" grpId="0"/>
      <p:bldP spid="28" grpId="0"/>
      <p:bldP spid="29" grpId="0"/>
      <p:bldP spid="30" grpId="0"/>
      <p:bldP spid="3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Phone 6 3x">
    <p:spTree>
      <p:nvGrpSpPr>
        <p:cNvPr id="1" name=""/>
        <p:cNvGrpSpPr/>
        <p:nvPr/>
      </p:nvGrpSpPr>
      <p:grpSpPr>
        <a:xfrm>
          <a:off x="0" y="0"/>
          <a:ext cx="0" cy="0"/>
          <a:chOff x="0" y="0"/>
          <a:chExt cx="0" cy="0"/>
        </a:xfrm>
      </p:grpSpPr>
      <p:sp>
        <p:nvSpPr>
          <p:cNvPr id="27" name="Picture Placeholder 16"/>
          <p:cNvSpPr>
            <a:spLocks noGrp="1"/>
          </p:cNvSpPr>
          <p:nvPr>
            <p:ph type="pic" sz="quarter" idx="10"/>
          </p:nvPr>
        </p:nvSpPr>
        <p:spPr>
          <a:xfrm>
            <a:off x="7614809" y="4109362"/>
            <a:ext cx="3030823" cy="7163108"/>
          </a:xfrm>
        </p:spPr>
        <p:txBody>
          <a:bodyPr>
            <a:normAutofit/>
          </a:bodyPr>
          <a:lstStyle>
            <a:lvl1pPr marL="0" indent="0">
              <a:buNone/>
              <a:defRPr sz="975"/>
            </a:lvl1pPr>
          </a:lstStyle>
          <a:p>
            <a:endParaRPr lang="en-US"/>
          </a:p>
        </p:txBody>
      </p:sp>
      <p:sp>
        <p:nvSpPr>
          <p:cNvPr id="29" name="Picture Placeholder 16"/>
          <p:cNvSpPr>
            <a:spLocks noGrp="1"/>
          </p:cNvSpPr>
          <p:nvPr>
            <p:ph type="pic" sz="quarter" idx="11"/>
          </p:nvPr>
        </p:nvSpPr>
        <p:spPr>
          <a:xfrm>
            <a:off x="5914539" y="5181600"/>
            <a:ext cx="1515184" cy="5029200"/>
          </a:xfrm>
        </p:spPr>
        <p:txBody>
          <a:bodyPr>
            <a:normAutofit/>
          </a:bodyPr>
          <a:lstStyle>
            <a:lvl1pPr marL="0" indent="0">
              <a:buNone/>
              <a:defRPr sz="975"/>
            </a:lvl1pPr>
          </a:lstStyle>
          <a:p>
            <a:endParaRPr lang="en-US" dirty="0"/>
          </a:p>
        </p:txBody>
      </p:sp>
      <p:sp>
        <p:nvSpPr>
          <p:cNvPr id="31" name="Picture Placeholder 16"/>
          <p:cNvSpPr>
            <a:spLocks noGrp="1"/>
          </p:cNvSpPr>
          <p:nvPr>
            <p:ph type="pic" sz="quarter" idx="12"/>
          </p:nvPr>
        </p:nvSpPr>
        <p:spPr>
          <a:xfrm>
            <a:off x="10801134" y="5181600"/>
            <a:ext cx="1515184" cy="5029200"/>
          </a:xfrm>
        </p:spPr>
        <p:txBody>
          <a:bodyPr>
            <a:normAutofit/>
          </a:bodyPr>
          <a:lstStyle>
            <a:lvl1pPr marL="0" indent="0">
              <a:buNone/>
              <a:defRPr sz="975"/>
            </a:lvl1pPr>
          </a:lstStyle>
          <a:p>
            <a:endParaRPr lang="en-US" dirty="0"/>
          </a:p>
        </p:txBody>
      </p:sp>
      <p:sp>
        <p:nvSpPr>
          <p:cNvPr id="8" name="Oval 7"/>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9" name="Slide Number Placeholder 5"/>
          <p:cNvSpPr>
            <a:spLocks noGrp="1"/>
          </p:cNvSpPr>
          <p:nvPr>
            <p:ph type="sldNum" sz="quarter" idx="13"/>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247978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1"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8801146" cy="13716000"/>
          </a:xfrm>
        </p:spPr>
        <p:txBody>
          <a:bodyPr>
            <a:normAutofit/>
          </a:bodyPr>
          <a:lstStyle>
            <a:lvl1pPr>
              <a:defRPr sz="2700"/>
            </a:lvl1pPr>
          </a:lstStyle>
          <a:p>
            <a:endParaRPr lang="en-US"/>
          </a:p>
        </p:txBody>
      </p:sp>
      <p:sp>
        <p:nvSpPr>
          <p:cNvPr id="6" name="Oval 5"/>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7"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3296598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77065641"/>
      </p:ext>
    </p:extLst>
  </p:cSld>
  <p:clrMapOvr>
    <a:masterClrMapping/>
  </p:clrMapOvr>
  <p:transition spd="slow">
    <p:check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44726"/>
            <a:ext cx="15544800" cy="4775200"/>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2286000" y="7204076"/>
            <a:ext cx="13716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A73AC8-2287-4D50-8392-F1995AA4F0B6}" type="datetimeFigureOut">
              <a:rPr lang="en-US" smtClean="0"/>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F9CA5-15ED-4832-9744-CD05D531A442}" type="slidenum">
              <a:rPr lang="en-US" smtClean="0"/>
              <a:t>‹#›</a:t>
            </a:fld>
            <a:endParaRPr lang="en-US"/>
          </a:p>
        </p:txBody>
      </p:sp>
    </p:spTree>
    <p:extLst>
      <p:ext uri="{BB962C8B-B14F-4D97-AF65-F5344CB8AC3E}">
        <p14:creationId xmlns:p14="http://schemas.microsoft.com/office/powerpoint/2010/main" val="551812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7"/>
            <a:ext cx="16459200" cy="2286000"/>
          </a:xfrm>
          <a:prstGeom prst="rect">
            <a:avLst/>
          </a:prstGeom>
        </p:spPr>
        <p:txBody>
          <a:bodyPr vert="horz" lIns="243852" tIns="121926" rIns="243852" bIns="121926" rtlCol="0" anchor="ctr">
            <a:normAutofit/>
          </a:bodyPr>
          <a:lstStyle/>
          <a:p>
            <a:r>
              <a:rPr lang="en-US" dirty="0"/>
              <a:t>Click to edit Master title style</a:t>
            </a:r>
          </a:p>
        </p:txBody>
      </p:sp>
      <p:sp>
        <p:nvSpPr>
          <p:cNvPr id="3" name="Text Placeholder 2"/>
          <p:cNvSpPr>
            <a:spLocks noGrp="1"/>
          </p:cNvSpPr>
          <p:nvPr>
            <p:ph type="body" idx="1"/>
          </p:nvPr>
        </p:nvSpPr>
        <p:spPr>
          <a:xfrm>
            <a:off x="914400" y="3200406"/>
            <a:ext cx="16459200" cy="9051925"/>
          </a:xfrm>
          <a:prstGeom prst="rect">
            <a:avLst/>
          </a:prstGeom>
        </p:spPr>
        <p:txBody>
          <a:bodyPr vert="horz" lIns="243852" tIns="121926" rIns="243852" bIns="12192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0370451"/>
      </p:ext>
    </p:extLst>
  </p:cSld>
  <p:clrMap bg1="lt1" tx1="dk1" bg2="lt2" tx2="dk2" accent1="accent1" accent2="accent2" accent3="accent3" accent4="accent4" accent5="accent5" accent6="accent6" hlink="hlink" folHlink="folHlink"/>
  <p:sldLayoutIdLst>
    <p:sldLayoutId id="2147483680" r:id="rId1"/>
    <p:sldLayoutId id="2147483649" r:id="rId2"/>
    <p:sldLayoutId id="2147483661" r:id="rId3"/>
    <p:sldLayoutId id="2147483662" r:id="rId4"/>
    <p:sldLayoutId id="2147483663" r:id="rId5"/>
    <p:sldLayoutId id="2147483669" r:id="rId6"/>
    <p:sldLayoutId id="2147483721" r:id="rId7"/>
    <p:sldLayoutId id="2147483679" r:id="rId8"/>
    <p:sldLayoutId id="2147483727" r:id="rId9"/>
    <p:sldLayoutId id="2147483734" r:id="rId10"/>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hf hdr="0" ftr="0"/>
  <p:txStyles>
    <p:titleStyle>
      <a:lvl1pPr algn="ctr" defTabSz="914316" rtl="0" eaLnBrk="1" latinLnBrk="0" hangingPunct="1">
        <a:spcBef>
          <a:spcPct val="0"/>
        </a:spcBef>
        <a:buNone/>
        <a:defRPr sz="5624" kern="1200">
          <a:solidFill>
            <a:schemeClr val="bg2"/>
          </a:solidFill>
          <a:latin typeface="Source Sans Pro ExtraLight"/>
          <a:ea typeface="+mj-ea"/>
          <a:cs typeface="Source Sans Pro ExtraLight"/>
        </a:defRPr>
      </a:lvl1pPr>
    </p:titleStyle>
    <p:bodyStyle>
      <a:lvl1pPr marL="0" indent="0" algn="l" defTabSz="914316" rtl="0" eaLnBrk="1" latinLnBrk="0" hangingPunct="1">
        <a:spcBef>
          <a:spcPct val="20000"/>
        </a:spcBef>
        <a:buFont typeface="Arial"/>
        <a:buNone/>
        <a:defRPr sz="4799" kern="1200">
          <a:solidFill>
            <a:schemeClr val="tx2"/>
          </a:solidFill>
          <a:latin typeface="Source Sans Pro ExtraLight"/>
          <a:ea typeface="+mn-ea"/>
          <a:cs typeface="Source Sans Pro ExtraLight"/>
        </a:defRPr>
      </a:lvl1pPr>
      <a:lvl2pPr marL="914316" indent="0" algn="l" defTabSz="914316" rtl="0" eaLnBrk="1" latinLnBrk="0" hangingPunct="1">
        <a:spcBef>
          <a:spcPct val="20000"/>
        </a:spcBef>
        <a:buFont typeface="Arial"/>
        <a:buNone/>
        <a:defRPr sz="3600" kern="1200">
          <a:solidFill>
            <a:schemeClr val="tx2"/>
          </a:solidFill>
          <a:latin typeface="Source Sans Pro ExtraLight"/>
          <a:ea typeface="+mn-ea"/>
          <a:cs typeface="Source Sans Pro ExtraLight"/>
        </a:defRPr>
      </a:lvl2pPr>
      <a:lvl3pPr marL="1828633" indent="0" algn="l" defTabSz="914316" rtl="0" eaLnBrk="1" latinLnBrk="0" hangingPunct="1">
        <a:spcBef>
          <a:spcPct val="20000"/>
        </a:spcBef>
        <a:buFont typeface="Arial"/>
        <a:buNone/>
        <a:defRPr sz="3225" kern="1200">
          <a:solidFill>
            <a:schemeClr val="tx2"/>
          </a:solidFill>
          <a:latin typeface="Source Sans Pro ExtraLight"/>
          <a:ea typeface="+mn-ea"/>
          <a:cs typeface="Source Sans Pro ExtraLight"/>
        </a:defRPr>
      </a:lvl3pPr>
      <a:lvl4pPr marL="2742948" indent="0" algn="l" defTabSz="914316" rtl="0" eaLnBrk="1" latinLnBrk="0" hangingPunct="1">
        <a:spcBef>
          <a:spcPct val="20000"/>
        </a:spcBef>
        <a:buFont typeface="Arial"/>
        <a:buNone/>
        <a:defRPr sz="2775" kern="1200">
          <a:solidFill>
            <a:schemeClr val="tx2"/>
          </a:solidFill>
          <a:latin typeface="Source Sans Pro ExtraLight"/>
          <a:ea typeface="+mn-ea"/>
          <a:cs typeface="Source Sans Pro ExtraLight"/>
        </a:defRPr>
      </a:lvl4pPr>
      <a:lvl5pPr marL="3657265" indent="0" algn="l" defTabSz="914316" rtl="0" eaLnBrk="1" latinLnBrk="0" hangingPunct="1">
        <a:spcBef>
          <a:spcPct val="20000"/>
        </a:spcBef>
        <a:buFont typeface="Arial"/>
        <a:buNone/>
        <a:defRPr sz="2775" kern="1200">
          <a:solidFill>
            <a:schemeClr val="tx2"/>
          </a:solidFill>
          <a:latin typeface="Source Sans Pro ExtraLight"/>
          <a:ea typeface="+mn-ea"/>
          <a:cs typeface="Source Sans Pro ExtraLight"/>
        </a:defRPr>
      </a:lvl5pPr>
      <a:lvl6pPr marL="5028739" indent="-457159" algn="l" defTabSz="914316" rtl="0" eaLnBrk="1" latinLnBrk="0" hangingPunct="1">
        <a:spcBef>
          <a:spcPct val="20000"/>
        </a:spcBef>
        <a:buFont typeface="Arial"/>
        <a:buChar char="•"/>
        <a:defRPr sz="3974" kern="1200">
          <a:solidFill>
            <a:schemeClr val="tx1"/>
          </a:solidFill>
          <a:latin typeface="+mn-lt"/>
          <a:ea typeface="+mn-ea"/>
          <a:cs typeface="+mn-cs"/>
        </a:defRPr>
      </a:lvl6pPr>
      <a:lvl7pPr marL="5943054" indent="-457159" algn="l" defTabSz="914316" rtl="0" eaLnBrk="1" latinLnBrk="0" hangingPunct="1">
        <a:spcBef>
          <a:spcPct val="20000"/>
        </a:spcBef>
        <a:buFont typeface="Arial"/>
        <a:buChar char="•"/>
        <a:defRPr sz="3974" kern="1200">
          <a:solidFill>
            <a:schemeClr val="tx1"/>
          </a:solidFill>
          <a:latin typeface="+mn-lt"/>
          <a:ea typeface="+mn-ea"/>
          <a:cs typeface="+mn-cs"/>
        </a:defRPr>
      </a:lvl7pPr>
      <a:lvl8pPr marL="6857371" indent="-457159" algn="l" defTabSz="914316" rtl="0" eaLnBrk="1" latinLnBrk="0" hangingPunct="1">
        <a:spcBef>
          <a:spcPct val="20000"/>
        </a:spcBef>
        <a:buFont typeface="Arial"/>
        <a:buChar char="•"/>
        <a:defRPr sz="3974" kern="1200">
          <a:solidFill>
            <a:schemeClr val="tx1"/>
          </a:solidFill>
          <a:latin typeface="+mn-lt"/>
          <a:ea typeface="+mn-ea"/>
          <a:cs typeface="+mn-cs"/>
        </a:defRPr>
      </a:lvl8pPr>
      <a:lvl9pPr marL="7771687" indent="-457159" algn="l" defTabSz="914316" rtl="0" eaLnBrk="1" latinLnBrk="0" hangingPunct="1">
        <a:spcBef>
          <a:spcPct val="20000"/>
        </a:spcBef>
        <a:buFont typeface="Arial"/>
        <a:buChar char="•"/>
        <a:defRPr sz="3974" kern="1200">
          <a:solidFill>
            <a:schemeClr val="tx1"/>
          </a:solidFill>
          <a:latin typeface="+mn-lt"/>
          <a:ea typeface="+mn-ea"/>
          <a:cs typeface="+mn-cs"/>
        </a:defRPr>
      </a:lvl9pPr>
    </p:bodyStyle>
    <p:otherStyle>
      <a:defPPr>
        <a:defRPr lang="en-US"/>
      </a:defPPr>
      <a:lvl1pPr marL="0" algn="l" defTabSz="914316" rtl="0" eaLnBrk="1" latinLnBrk="0" hangingPunct="1">
        <a:defRPr sz="3600" kern="1200">
          <a:solidFill>
            <a:schemeClr val="tx1"/>
          </a:solidFill>
          <a:latin typeface="+mn-lt"/>
          <a:ea typeface="+mn-ea"/>
          <a:cs typeface="+mn-cs"/>
        </a:defRPr>
      </a:lvl1pPr>
      <a:lvl2pPr marL="914316" algn="l" defTabSz="914316" rtl="0" eaLnBrk="1" latinLnBrk="0" hangingPunct="1">
        <a:defRPr sz="3600" kern="1200">
          <a:solidFill>
            <a:schemeClr val="tx1"/>
          </a:solidFill>
          <a:latin typeface="+mn-lt"/>
          <a:ea typeface="+mn-ea"/>
          <a:cs typeface="+mn-cs"/>
        </a:defRPr>
      </a:lvl2pPr>
      <a:lvl3pPr marL="1828633" algn="l" defTabSz="914316" rtl="0" eaLnBrk="1" latinLnBrk="0" hangingPunct="1">
        <a:defRPr sz="3600" kern="1200">
          <a:solidFill>
            <a:schemeClr val="tx1"/>
          </a:solidFill>
          <a:latin typeface="+mn-lt"/>
          <a:ea typeface="+mn-ea"/>
          <a:cs typeface="+mn-cs"/>
        </a:defRPr>
      </a:lvl3pPr>
      <a:lvl4pPr marL="2742948" algn="l" defTabSz="914316" rtl="0" eaLnBrk="1" latinLnBrk="0" hangingPunct="1">
        <a:defRPr sz="3600" kern="1200">
          <a:solidFill>
            <a:schemeClr val="tx1"/>
          </a:solidFill>
          <a:latin typeface="+mn-lt"/>
          <a:ea typeface="+mn-ea"/>
          <a:cs typeface="+mn-cs"/>
        </a:defRPr>
      </a:lvl4pPr>
      <a:lvl5pPr marL="3657265" algn="l" defTabSz="914316" rtl="0" eaLnBrk="1" latinLnBrk="0" hangingPunct="1">
        <a:defRPr sz="3600" kern="1200">
          <a:solidFill>
            <a:schemeClr val="tx1"/>
          </a:solidFill>
          <a:latin typeface="+mn-lt"/>
          <a:ea typeface="+mn-ea"/>
          <a:cs typeface="+mn-cs"/>
        </a:defRPr>
      </a:lvl5pPr>
      <a:lvl6pPr marL="4571581" algn="l" defTabSz="914316" rtl="0" eaLnBrk="1" latinLnBrk="0" hangingPunct="1">
        <a:defRPr sz="3600" kern="1200">
          <a:solidFill>
            <a:schemeClr val="tx1"/>
          </a:solidFill>
          <a:latin typeface="+mn-lt"/>
          <a:ea typeface="+mn-ea"/>
          <a:cs typeface="+mn-cs"/>
        </a:defRPr>
      </a:lvl6pPr>
      <a:lvl7pPr marL="5485897" algn="l" defTabSz="914316" rtl="0" eaLnBrk="1" latinLnBrk="0" hangingPunct="1">
        <a:defRPr sz="3600" kern="1200">
          <a:solidFill>
            <a:schemeClr val="tx1"/>
          </a:solidFill>
          <a:latin typeface="+mn-lt"/>
          <a:ea typeface="+mn-ea"/>
          <a:cs typeface="+mn-cs"/>
        </a:defRPr>
      </a:lvl7pPr>
      <a:lvl8pPr marL="6400214" algn="l" defTabSz="914316" rtl="0" eaLnBrk="1" latinLnBrk="0" hangingPunct="1">
        <a:defRPr sz="3600" kern="1200">
          <a:solidFill>
            <a:schemeClr val="tx1"/>
          </a:solidFill>
          <a:latin typeface="+mn-lt"/>
          <a:ea typeface="+mn-ea"/>
          <a:cs typeface="+mn-cs"/>
        </a:defRPr>
      </a:lvl8pPr>
      <a:lvl9pPr marL="7314530" algn="l" defTabSz="914316"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0.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0.xml"/><Relationship Id="rId5" Type="http://schemas.openxmlformats.org/officeDocument/2006/relationships/image" Target="../media/image4.jp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g"/><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1.jp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2.jpe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3.jp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5.jpe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diagramLayout" Target="../diagrams/layout2.xml"/><Relationship Id="rId7" Type="http://schemas.openxmlformats.org/officeDocument/2006/relationships/image" Target="../media/image16.jpeg"/><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4.jpg"/></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0.xml"/><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1.jp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2.jp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3.jp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4.jp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0.xml"/><Relationship Id="rId4" Type="http://schemas.openxmlformats.org/officeDocument/2006/relationships/image" Target="../media/image4.jpg"/></Relationships>
</file>

<file path=ppt/slides/_rels/slide3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7.jpe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1" Type="http://schemas.openxmlformats.org/officeDocument/2006/relationships/slideLayout" Target="../slideLayouts/slideLayout10.xml"/><Relationship Id="rId5" Type="http://schemas.openxmlformats.org/officeDocument/2006/relationships/image" Target="../media/image4.jpg"/><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8.jp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9.jpe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1.jpe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2.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white">
          <a:xfrm>
            <a:off x="0" y="8839200"/>
            <a:ext cx="18288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pPr eaLnBrk="1" hangingPunct="1">
              <a:defRPr/>
            </a:pPr>
            <a:r>
              <a:rPr lang="en-US" sz="4800" kern="0">
                <a:solidFill>
                  <a:srgbClr val="FF0000"/>
                </a:solidFill>
              </a:rPr>
              <a:t>MARXIST – LENINIST POLITICAL ECONOMICS</a:t>
            </a:r>
          </a:p>
        </p:txBody>
      </p:sp>
      <p:sp>
        <p:nvSpPr>
          <p:cNvPr id="9" name="Rectangle 3"/>
          <p:cNvSpPr txBox="1">
            <a:spLocks noChangeArrowheads="1"/>
          </p:cNvSpPr>
          <p:nvPr/>
        </p:nvSpPr>
        <p:spPr bwMode="auto">
          <a:xfrm>
            <a:off x="514350" y="10210800"/>
            <a:ext cx="17678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ctr" eaLnBrk="1" hangingPunct="1">
              <a:buNone/>
              <a:defRPr/>
            </a:pPr>
            <a:r>
              <a:rPr lang="en-US" altLang="en-US" sz="5600" b="1" kern="0">
                <a:solidFill>
                  <a:schemeClr val="accent1"/>
                </a:solidFill>
              </a:rPr>
              <a:t>CHƯƠNG 2. HÀNG HÓA, THỊ TRƯỜNG VÀ VAI TRÒ CỦA CÁC CHỦ THỂ THAM GIA THỊ TRƯỜNG</a:t>
            </a:r>
          </a:p>
          <a:p>
            <a:pPr marL="0" indent="0" algn="ctr" eaLnBrk="1" hangingPunct="1">
              <a:lnSpc>
                <a:spcPct val="150000"/>
              </a:lnSpc>
              <a:buNone/>
              <a:defRPr/>
            </a:pPr>
            <a:r>
              <a:rPr lang="en-US" altLang="en-US" sz="4000" b="1" kern="0">
                <a:solidFill>
                  <a:srgbClr val="FF0000"/>
                </a:solidFill>
              </a:rPr>
              <a:t>TS.GVC. NGUYỄN QUỐC TOÀN</a:t>
            </a:r>
          </a:p>
        </p:txBody>
      </p:sp>
      <p:pic>
        <p:nvPicPr>
          <p:cNvPr id="410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4351" y="2590800"/>
            <a:ext cx="512445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590800"/>
            <a:ext cx="5334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192000" y="2590800"/>
            <a:ext cx="54864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a:extLst>
              <a:ext uri="{FF2B5EF4-FFF2-40B4-BE49-F238E27FC236}">
                <a16:creationId xmlns:a16="http://schemas.microsoft.com/office/drawing/2014/main" id="{68A76BCF-0667-4340-B15C-B9A232FF9AF0}"/>
              </a:ext>
            </a:extLst>
          </p:cNvPr>
          <p:cNvSpPr>
            <a:spLocks noChangeArrowheads="1"/>
          </p:cNvSpPr>
          <p:nvPr/>
        </p:nvSpPr>
        <p:spPr bwMode="auto">
          <a:xfrm>
            <a:off x="1288227" y="780871"/>
            <a:ext cx="157424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7200" b="1">
                <a:solidFill>
                  <a:schemeClr val="accent2">
                    <a:lumMod val="50000"/>
                  </a:schemeClr>
                </a:solidFill>
                <a:cs typeface="Arial" panose="020B0604020202020204" pitchFamily="34" charset="0"/>
              </a:rPr>
              <a:t>TRƯỜNG ĐH BÁCH KHOA TP. HCM</a:t>
            </a:r>
            <a:endParaRPr lang="en-US" altLang="en-US" sz="7200">
              <a:solidFill>
                <a:schemeClr val="accent2">
                  <a:lumMod val="50000"/>
                </a:schemeClr>
              </a:solidFill>
              <a:cs typeface="Arial" panose="020B0604020202020204" pitchFamily="34" charset="0"/>
            </a:endParaRPr>
          </a:p>
        </p:txBody>
      </p:sp>
    </p:spTree>
    <p:extLst>
      <p:ext uri="{BB962C8B-B14F-4D97-AF65-F5344CB8AC3E}">
        <p14:creationId xmlns:p14="http://schemas.microsoft.com/office/powerpoint/2010/main" val="3553053859"/>
      </p:ext>
    </p:extLst>
  </p:cSld>
  <p:clrMapOvr>
    <a:masterClrMapping/>
  </p:clrMapOvr>
  <p:transition spd="slow">
    <p:check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B0F1457-F377-6632-E2F3-F4024957E68A}"/>
              </a:ext>
            </a:extLst>
          </p:cNvPr>
          <p:cNvSpPr txBox="1">
            <a:spLocks noChangeArrowheads="1"/>
          </p:cNvSpPr>
          <p:nvPr/>
        </p:nvSpPr>
        <p:spPr>
          <a:xfrm>
            <a:off x="914400" y="1384164"/>
            <a:ext cx="16459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r>
              <a:rPr lang="en-US" altLang="en-US" sz="6000" b="1">
                <a:solidFill>
                  <a:srgbClr val="002060"/>
                </a:solidFill>
              </a:rPr>
              <a:t>NỘI DUNG CHƯƠNG 2</a:t>
            </a:r>
          </a:p>
        </p:txBody>
      </p:sp>
      <p:sp>
        <p:nvSpPr>
          <p:cNvPr id="7" name="Freeform 7">
            <a:extLst>
              <a:ext uri="{FF2B5EF4-FFF2-40B4-BE49-F238E27FC236}">
                <a16:creationId xmlns:a16="http://schemas.microsoft.com/office/drawing/2014/main" id="{E0502D05-1D3A-594A-8D0E-05CF0CB597B8}"/>
              </a:ext>
            </a:extLst>
          </p:cNvPr>
          <p:cNvSpPr/>
          <p:nvPr/>
        </p:nvSpPr>
        <p:spPr>
          <a:xfrm>
            <a:off x="2133600" y="4958683"/>
            <a:ext cx="14097000" cy="2548788"/>
          </a:xfrm>
          <a:custGeom>
            <a:avLst/>
            <a:gdLst>
              <a:gd name="connsiteX0" fmla="*/ 0 w 9982581"/>
              <a:gd name="connsiteY0" fmla="*/ 0 h 2548786"/>
              <a:gd name="connsiteX1" fmla="*/ 8708188 w 9982581"/>
              <a:gd name="connsiteY1" fmla="*/ 0 h 2548786"/>
              <a:gd name="connsiteX2" fmla="*/ 9982581 w 9982581"/>
              <a:gd name="connsiteY2" fmla="*/ 1274393 h 2548786"/>
              <a:gd name="connsiteX3" fmla="*/ 8708188 w 9982581"/>
              <a:gd name="connsiteY3" fmla="*/ 2548786 h 2548786"/>
              <a:gd name="connsiteX4" fmla="*/ 0 w 9982581"/>
              <a:gd name="connsiteY4" fmla="*/ 2548786 h 2548786"/>
              <a:gd name="connsiteX5" fmla="*/ 0 w 9982581"/>
              <a:gd name="connsiteY5" fmla="*/ 0 h 254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81" h="2548786">
                <a:moveTo>
                  <a:pt x="9982581" y="2548785"/>
                </a:moveTo>
                <a:lnTo>
                  <a:pt x="1274393" y="2548785"/>
                </a:lnTo>
                <a:lnTo>
                  <a:pt x="0" y="1274393"/>
                </a:lnTo>
                <a:lnTo>
                  <a:pt x="1274393" y="1"/>
                </a:lnTo>
                <a:lnTo>
                  <a:pt x="9982581" y="1"/>
                </a:lnTo>
                <a:lnTo>
                  <a:pt x="9982581" y="2548785"/>
                </a:lnTo>
                <a:close/>
              </a:path>
            </a:pathLst>
          </a:custGeom>
          <a:noFill/>
          <a:ln>
            <a:solidFill>
              <a:schemeClr val="accent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61140" tIns="247651" rIns="462280" bIns="247651" numCol="1" spcCol="1270" anchor="ctr" anchorCtr="0">
            <a:noAutofit/>
          </a:bodyPr>
          <a:lstStyle/>
          <a:p>
            <a:pPr lvl="0" defTabSz="2889250">
              <a:lnSpc>
                <a:spcPct val="90000"/>
              </a:lnSpc>
              <a:spcBef>
                <a:spcPct val="0"/>
              </a:spcBef>
              <a:spcAft>
                <a:spcPct val="35000"/>
              </a:spcAft>
            </a:pPr>
            <a:r>
              <a:rPr lang="en-US" sz="5400" b="1" kern="1200">
                <a:solidFill>
                  <a:srgbClr val="002060"/>
                </a:solidFill>
              </a:rPr>
              <a:t>2.1. LÝ LUẬN CỦA CÁC MÁC VỀ SẢN XUẤT HÀNG HÓA VÀ HÀNG HÓA</a:t>
            </a:r>
          </a:p>
        </p:txBody>
      </p:sp>
      <p:sp>
        <p:nvSpPr>
          <p:cNvPr id="8" name="Freeform 9">
            <a:extLst>
              <a:ext uri="{FF2B5EF4-FFF2-40B4-BE49-F238E27FC236}">
                <a16:creationId xmlns:a16="http://schemas.microsoft.com/office/drawing/2014/main" id="{E751E5CE-76E0-2D2F-1EE2-E5579DC61E79}"/>
              </a:ext>
            </a:extLst>
          </p:cNvPr>
          <p:cNvSpPr/>
          <p:nvPr/>
        </p:nvSpPr>
        <p:spPr>
          <a:xfrm>
            <a:off x="2133600" y="8268300"/>
            <a:ext cx="14097000" cy="2548787"/>
          </a:xfrm>
          <a:custGeom>
            <a:avLst/>
            <a:gdLst>
              <a:gd name="connsiteX0" fmla="*/ 0 w 9982581"/>
              <a:gd name="connsiteY0" fmla="*/ 0 h 2548786"/>
              <a:gd name="connsiteX1" fmla="*/ 8708188 w 9982581"/>
              <a:gd name="connsiteY1" fmla="*/ 0 h 2548786"/>
              <a:gd name="connsiteX2" fmla="*/ 9982581 w 9982581"/>
              <a:gd name="connsiteY2" fmla="*/ 1274393 h 2548786"/>
              <a:gd name="connsiteX3" fmla="*/ 8708188 w 9982581"/>
              <a:gd name="connsiteY3" fmla="*/ 2548786 h 2548786"/>
              <a:gd name="connsiteX4" fmla="*/ 0 w 9982581"/>
              <a:gd name="connsiteY4" fmla="*/ 2548786 h 2548786"/>
              <a:gd name="connsiteX5" fmla="*/ 0 w 9982581"/>
              <a:gd name="connsiteY5" fmla="*/ 0 h 254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81" h="2548786">
                <a:moveTo>
                  <a:pt x="9982581" y="2548785"/>
                </a:moveTo>
                <a:lnTo>
                  <a:pt x="1274393" y="2548785"/>
                </a:lnTo>
                <a:lnTo>
                  <a:pt x="0" y="1274393"/>
                </a:lnTo>
                <a:lnTo>
                  <a:pt x="1274393" y="1"/>
                </a:lnTo>
                <a:lnTo>
                  <a:pt x="9982581" y="1"/>
                </a:lnTo>
                <a:lnTo>
                  <a:pt x="9982581" y="2548785"/>
                </a:lnTo>
                <a:close/>
              </a:path>
            </a:pathLst>
          </a:custGeom>
          <a:noFill/>
          <a:ln>
            <a:solidFill>
              <a:schemeClr val="accent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61139" tIns="247651" rIns="462280" bIns="247650" numCol="1" spcCol="1270" anchor="ctr" anchorCtr="0">
            <a:noAutofit/>
          </a:bodyPr>
          <a:lstStyle/>
          <a:p>
            <a:pPr lvl="0" defTabSz="2889250">
              <a:spcBef>
                <a:spcPct val="0"/>
              </a:spcBef>
              <a:spcAft>
                <a:spcPts val="600"/>
              </a:spcAft>
            </a:pPr>
            <a:r>
              <a:rPr lang="en-US" sz="5400" b="1" kern="1200">
                <a:solidFill>
                  <a:srgbClr val="002060"/>
                </a:solidFill>
              </a:rPr>
              <a:t>2.2. THỊ TRƯỜNG VÀ VAI TRÒ CỦA CÁC CHỦ THỂ THAM GIA THỊ TRƯỜNG</a:t>
            </a:r>
          </a:p>
        </p:txBody>
      </p:sp>
      <p:pic>
        <p:nvPicPr>
          <p:cNvPr id="5" name="Picture 4">
            <a:extLst>
              <a:ext uri="{FF2B5EF4-FFF2-40B4-BE49-F238E27FC236}">
                <a16:creationId xmlns:a16="http://schemas.microsoft.com/office/drawing/2014/main" id="{692585A4-2C9F-48D9-8BFA-6AD4D1DC2704}"/>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405643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7"/>
                                        </p:tgtEl>
                                        <p:attrNameLst>
                                          <p:attrName>fillcolor</p:attrName>
                                        </p:attrNameLst>
                                      </p:cBhvr>
                                      <p:to>
                                        <a:schemeClr val="accent2"/>
                                      </p:to>
                                    </p:animClr>
                                    <p:set>
                                      <p:cBhvr>
                                        <p:cTn id="7" dur="2000" fill="hold"/>
                                        <p:tgtEl>
                                          <p:spTgt spid="7"/>
                                        </p:tgtEl>
                                        <p:attrNameLst>
                                          <p:attrName>fill.type</p:attrName>
                                        </p:attrNameLst>
                                      </p:cBhvr>
                                      <p:to>
                                        <p:strVal val="solid"/>
                                      </p:to>
                                    </p:set>
                                    <p:set>
                                      <p:cBhvr>
                                        <p:cTn id="8" dur="2000" fill="hold"/>
                                        <p:tgtEl>
                                          <p:spTgt spid="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F4BD5-C23C-E754-5003-AD33B4B50C5C}"/>
              </a:ext>
            </a:extLst>
          </p:cNvPr>
          <p:cNvSpPr txBox="1">
            <a:spLocks/>
          </p:cNvSpPr>
          <p:nvPr/>
        </p:nvSpPr>
        <p:spPr>
          <a:xfrm>
            <a:off x="2753138" y="1219200"/>
            <a:ext cx="128016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pPr defTabSz="2844800">
              <a:spcAft>
                <a:spcPct val="35000"/>
              </a:spcAft>
            </a:pPr>
            <a:r>
              <a:rPr lang="en-US" altLang="en-US" sz="6000" b="1">
                <a:solidFill>
                  <a:srgbClr val="002060"/>
                </a:solidFill>
              </a:rPr>
              <a:t>2.1. Lý luận của Các Mác về sản xuất hàng hóa và hàng hóa</a:t>
            </a:r>
          </a:p>
        </p:txBody>
      </p:sp>
      <p:sp>
        <p:nvSpPr>
          <p:cNvPr id="3" name="Freeform 19">
            <a:extLst>
              <a:ext uri="{FF2B5EF4-FFF2-40B4-BE49-F238E27FC236}">
                <a16:creationId xmlns:a16="http://schemas.microsoft.com/office/drawing/2014/main" id="{F4310B1B-0DDE-C303-D609-6FE472D46256}"/>
              </a:ext>
            </a:extLst>
          </p:cNvPr>
          <p:cNvSpPr/>
          <p:nvPr/>
        </p:nvSpPr>
        <p:spPr>
          <a:xfrm>
            <a:off x="3048000" y="4831799"/>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4" name="Left Brace 3">
            <a:extLst>
              <a:ext uri="{FF2B5EF4-FFF2-40B4-BE49-F238E27FC236}">
                <a16:creationId xmlns:a16="http://schemas.microsoft.com/office/drawing/2014/main" id="{8519AAC9-7DEF-A944-8223-5C44BD253DA7}"/>
              </a:ext>
            </a:extLst>
          </p:cNvPr>
          <p:cNvSpPr/>
          <p:nvPr/>
        </p:nvSpPr>
        <p:spPr>
          <a:xfrm>
            <a:off x="6095999" y="4831799"/>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 name="Freeform 21">
            <a:extLst>
              <a:ext uri="{FF2B5EF4-FFF2-40B4-BE49-F238E27FC236}">
                <a16:creationId xmlns:a16="http://schemas.microsoft.com/office/drawing/2014/main" id="{955D7AD0-B84E-7EC3-D77D-54B17DBA42D6}"/>
              </a:ext>
            </a:extLst>
          </p:cNvPr>
          <p:cNvSpPr/>
          <p:nvPr/>
        </p:nvSpPr>
        <p:spPr>
          <a:xfrm>
            <a:off x="6949439" y="4831799"/>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a:solidFill>
                  <a:srgbClr val="002060"/>
                </a:solidFill>
              </a:rPr>
              <a:t>SẢN XUẤT HÀNG HÓA</a:t>
            </a:r>
            <a:endParaRPr lang="en-US" sz="5800" kern="1200">
              <a:solidFill>
                <a:srgbClr val="002060"/>
              </a:solidFill>
            </a:endParaRPr>
          </a:p>
        </p:txBody>
      </p:sp>
      <p:sp>
        <p:nvSpPr>
          <p:cNvPr id="9" name="Freeform 22">
            <a:extLst>
              <a:ext uri="{FF2B5EF4-FFF2-40B4-BE49-F238E27FC236}">
                <a16:creationId xmlns:a16="http://schemas.microsoft.com/office/drawing/2014/main" id="{0B43EAD0-1A04-4A93-A2A5-E549CC8D730B}"/>
              </a:ext>
            </a:extLst>
          </p:cNvPr>
          <p:cNvSpPr/>
          <p:nvPr/>
        </p:nvSpPr>
        <p:spPr>
          <a:xfrm>
            <a:off x="3048000" y="6329399"/>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10" name="Left Brace 9">
            <a:extLst>
              <a:ext uri="{FF2B5EF4-FFF2-40B4-BE49-F238E27FC236}">
                <a16:creationId xmlns:a16="http://schemas.microsoft.com/office/drawing/2014/main" id="{D12FC69F-4769-2FBB-C322-75FC4670D61F}"/>
              </a:ext>
            </a:extLst>
          </p:cNvPr>
          <p:cNvSpPr/>
          <p:nvPr/>
        </p:nvSpPr>
        <p:spPr>
          <a:xfrm>
            <a:off x="6095999" y="6329399"/>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24">
            <a:extLst>
              <a:ext uri="{FF2B5EF4-FFF2-40B4-BE49-F238E27FC236}">
                <a16:creationId xmlns:a16="http://schemas.microsoft.com/office/drawing/2014/main" id="{B5906F3A-E4B8-2C88-8EF1-D1F578A10FF0}"/>
              </a:ext>
            </a:extLst>
          </p:cNvPr>
          <p:cNvSpPr/>
          <p:nvPr/>
        </p:nvSpPr>
        <p:spPr>
          <a:xfrm>
            <a:off x="6949439" y="6329399"/>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kern="1200">
                <a:solidFill>
                  <a:srgbClr val="002060"/>
                </a:solidFill>
              </a:rPr>
              <a:t>HÀNG HÓA</a:t>
            </a:r>
          </a:p>
        </p:txBody>
      </p:sp>
      <p:sp>
        <p:nvSpPr>
          <p:cNvPr id="12" name="Freeform 25">
            <a:extLst>
              <a:ext uri="{FF2B5EF4-FFF2-40B4-BE49-F238E27FC236}">
                <a16:creationId xmlns:a16="http://schemas.microsoft.com/office/drawing/2014/main" id="{51DC05B5-99B0-6A02-4F6A-B19D541AF1DF}"/>
              </a:ext>
            </a:extLst>
          </p:cNvPr>
          <p:cNvSpPr/>
          <p:nvPr/>
        </p:nvSpPr>
        <p:spPr>
          <a:xfrm>
            <a:off x="3048000" y="7827000"/>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17" name="Left Brace 16">
            <a:extLst>
              <a:ext uri="{FF2B5EF4-FFF2-40B4-BE49-F238E27FC236}">
                <a16:creationId xmlns:a16="http://schemas.microsoft.com/office/drawing/2014/main" id="{960D3BBF-56B7-3274-C44D-EC72C1539D92}"/>
              </a:ext>
            </a:extLst>
          </p:cNvPr>
          <p:cNvSpPr/>
          <p:nvPr/>
        </p:nvSpPr>
        <p:spPr>
          <a:xfrm>
            <a:off x="6095999" y="7827000"/>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8" name="Freeform 27">
            <a:extLst>
              <a:ext uri="{FF2B5EF4-FFF2-40B4-BE49-F238E27FC236}">
                <a16:creationId xmlns:a16="http://schemas.microsoft.com/office/drawing/2014/main" id="{84FE4F31-908D-7E03-5D72-B555AA95443C}"/>
              </a:ext>
            </a:extLst>
          </p:cNvPr>
          <p:cNvSpPr/>
          <p:nvPr/>
        </p:nvSpPr>
        <p:spPr>
          <a:xfrm>
            <a:off x="3048000" y="9324600"/>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19" name="Left Brace 18">
            <a:extLst>
              <a:ext uri="{FF2B5EF4-FFF2-40B4-BE49-F238E27FC236}">
                <a16:creationId xmlns:a16="http://schemas.microsoft.com/office/drawing/2014/main" id="{86ED2D15-B2D4-FB38-AFCB-32685F545875}"/>
              </a:ext>
            </a:extLst>
          </p:cNvPr>
          <p:cNvSpPr/>
          <p:nvPr/>
        </p:nvSpPr>
        <p:spPr>
          <a:xfrm>
            <a:off x="6095999" y="9324600"/>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0" name="Freeform 37">
            <a:extLst>
              <a:ext uri="{FF2B5EF4-FFF2-40B4-BE49-F238E27FC236}">
                <a16:creationId xmlns:a16="http://schemas.microsoft.com/office/drawing/2014/main" id="{092A5DE0-A87F-006C-1E91-77A09D5A2621}"/>
              </a:ext>
            </a:extLst>
          </p:cNvPr>
          <p:cNvSpPr/>
          <p:nvPr/>
        </p:nvSpPr>
        <p:spPr>
          <a:xfrm>
            <a:off x="6949439" y="7827000"/>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kern="1200">
                <a:solidFill>
                  <a:srgbClr val="002060"/>
                </a:solidFill>
              </a:rPr>
              <a:t>TIỀN</a:t>
            </a:r>
          </a:p>
        </p:txBody>
      </p:sp>
      <p:sp>
        <p:nvSpPr>
          <p:cNvPr id="21" name="Freeform 38">
            <a:extLst>
              <a:ext uri="{FF2B5EF4-FFF2-40B4-BE49-F238E27FC236}">
                <a16:creationId xmlns:a16="http://schemas.microsoft.com/office/drawing/2014/main" id="{F6CCB0A7-8D9D-2777-2900-D83CD73C4FEE}"/>
              </a:ext>
            </a:extLst>
          </p:cNvPr>
          <p:cNvSpPr/>
          <p:nvPr/>
        </p:nvSpPr>
        <p:spPr>
          <a:xfrm>
            <a:off x="6949439" y="9324600"/>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kern="1200">
                <a:solidFill>
                  <a:srgbClr val="002060"/>
                </a:solidFill>
              </a:rPr>
              <a:t>DỊCH VỤ VÀ H</a:t>
            </a:r>
            <a:r>
              <a:rPr lang="en-US" sz="5800" kern="1200" baseline="30000">
                <a:solidFill>
                  <a:srgbClr val="002060"/>
                </a:solidFill>
              </a:rPr>
              <a:t>2</a:t>
            </a:r>
            <a:r>
              <a:rPr lang="en-US" sz="5800" kern="1200">
                <a:solidFill>
                  <a:srgbClr val="002060"/>
                </a:solidFill>
              </a:rPr>
              <a:t> ĐẶC BIỆT</a:t>
            </a:r>
          </a:p>
        </p:txBody>
      </p:sp>
      <p:grpSp>
        <p:nvGrpSpPr>
          <p:cNvPr id="22" name="Group 21">
            <a:extLst>
              <a:ext uri="{FF2B5EF4-FFF2-40B4-BE49-F238E27FC236}">
                <a16:creationId xmlns:a16="http://schemas.microsoft.com/office/drawing/2014/main" id="{10634E9C-BE12-C79D-B562-6E406CBB5955}"/>
              </a:ext>
            </a:extLst>
          </p:cNvPr>
          <p:cNvGrpSpPr/>
          <p:nvPr/>
        </p:nvGrpSpPr>
        <p:grpSpPr>
          <a:xfrm>
            <a:off x="2381250" y="4848698"/>
            <a:ext cx="8620125" cy="3506602"/>
            <a:chOff x="-4905375" y="-524852"/>
            <a:chExt cx="8620125" cy="3506602"/>
          </a:xfrm>
        </p:grpSpPr>
        <p:sp>
          <p:nvSpPr>
            <p:cNvPr id="23" name="Rectangle 22">
              <a:extLst>
                <a:ext uri="{FF2B5EF4-FFF2-40B4-BE49-F238E27FC236}">
                  <a16:creationId xmlns:a16="http://schemas.microsoft.com/office/drawing/2014/main" id="{D7787D70-1F8C-68EB-A63A-18738EAB1846}"/>
                </a:ext>
              </a:extLst>
            </p:cNvPr>
            <p:cNvSpPr/>
            <p:nvPr/>
          </p:nvSpPr>
          <p:spPr>
            <a:xfrm>
              <a:off x="0" y="1694750"/>
              <a:ext cx="3714750"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4" name="Rectangle 23">
              <a:extLst>
                <a:ext uri="{FF2B5EF4-FFF2-40B4-BE49-F238E27FC236}">
                  <a16:creationId xmlns:a16="http://schemas.microsoft.com/office/drawing/2014/main" id="{CC60FCC7-B186-D2D6-42A0-588378234ED0}"/>
                </a:ext>
              </a:extLst>
            </p:cNvPr>
            <p:cNvSpPr/>
            <p:nvPr/>
          </p:nvSpPr>
          <p:spPr>
            <a:xfrm>
              <a:off x="-4905375" y="-524852"/>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2.1.1.</a:t>
              </a:r>
            </a:p>
          </p:txBody>
        </p:sp>
      </p:grpSp>
      <p:sp>
        <p:nvSpPr>
          <p:cNvPr id="25" name="Rectangle 24">
            <a:extLst>
              <a:ext uri="{FF2B5EF4-FFF2-40B4-BE49-F238E27FC236}">
                <a16:creationId xmlns:a16="http://schemas.microsoft.com/office/drawing/2014/main" id="{834CC263-61BF-EF8E-BEC6-9D5F760BD3DD}"/>
              </a:ext>
            </a:extLst>
          </p:cNvPr>
          <p:cNvSpPr/>
          <p:nvPr/>
        </p:nvSpPr>
        <p:spPr>
          <a:xfrm>
            <a:off x="2381250" y="6292700"/>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2.1.2.</a:t>
            </a:r>
          </a:p>
        </p:txBody>
      </p:sp>
      <p:sp>
        <p:nvSpPr>
          <p:cNvPr id="26" name="Rectangle 25">
            <a:extLst>
              <a:ext uri="{FF2B5EF4-FFF2-40B4-BE49-F238E27FC236}">
                <a16:creationId xmlns:a16="http://schemas.microsoft.com/office/drawing/2014/main" id="{154D4BAA-9BF3-7F66-FC87-964B0C95BE4E}"/>
              </a:ext>
            </a:extLst>
          </p:cNvPr>
          <p:cNvSpPr/>
          <p:nvPr/>
        </p:nvSpPr>
        <p:spPr>
          <a:xfrm>
            <a:off x="2381250" y="7799201"/>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2.1.3.</a:t>
            </a:r>
          </a:p>
        </p:txBody>
      </p:sp>
      <p:sp>
        <p:nvSpPr>
          <p:cNvPr id="27" name="Rectangle 26">
            <a:extLst>
              <a:ext uri="{FF2B5EF4-FFF2-40B4-BE49-F238E27FC236}">
                <a16:creationId xmlns:a16="http://schemas.microsoft.com/office/drawing/2014/main" id="{71DBA2D6-EA5B-60FB-7AD7-39B40FF07ACD}"/>
              </a:ext>
            </a:extLst>
          </p:cNvPr>
          <p:cNvSpPr/>
          <p:nvPr/>
        </p:nvSpPr>
        <p:spPr>
          <a:xfrm>
            <a:off x="2381250" y="9288803"/>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2.1.4.</a:t>
            </a:r>
          </a:p>
        </p:txBody>
      </p:sp>
      <p:pic>
        <p:nvPicPr>
          <p:cNvPr id="28" name="Picture 27">
            <a:extLst>
              <a:ext uri="{FF2B5EF4-FFF2-40B4-BE49-F238E27FC236}">
                <a16:creationId xmlns:a16="http://schemas.microsoft.com/office/drawing/2014/main" id="{B06FDF54-60DE-44FE-8072-05655B0EA9D4}"/>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34593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5"/>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DA060D04-C239-7504-332B-9257343EC552}"/>
              </a:ext>
            </a:extLst>
          </p:cNvPr>
          <p:cNvSpPr txBox="1">
            <a:spLocks noChangeArrowheads="1"/>
          </p:cNvSpPr>
          <p:nvPr/>
        </p:nvSpPr>
        <p:spPr bwMode="ltGray">
          <a:xfrm>
            <a:off x="9456531" y="3466824"/>
            <a:ext cx="76327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endParaRPr lang="en-US" sz="9600">
              <a:solidFill>
                <a:srgbClr val="002060"/>
              </a:solidFill>
              <a:latin typeface="Arial" charset="0"/>
              <a:ea typeface="ＭＳ Ｐゴシック" charset="0"/>
            </a:endParaRPr>
          </a:p>
        </p:txBody>
      </p:sp>
      <p:sp>
        <p:nvSpPr>
          <p:cNvPr id="7" name="Text Box 4">
            <a:extLst>
              <a:ext uri="{FF2B5EF4-FFF2-40B4-BE49-F238E27FC236}">
                <a16:creationId xmlns:a16="http://schemas.microsoft.com/office/drawing/2014/main" id="{611EAD07-E58D-F80E-CE7E-A39C614F0F58}"/>
              </a:ext>
            </a:extLst>
          </p:cNvPr>
          <p:cNvSpPr txBox="1">
            <a:spLocks noChangeArrowheads="1"/>
          </p:cNvSpPr>
          <p:nvPr/>
        </p:nvSpPr>
        <p:spPr bwMode="ltGray">
          <a:xfrm>
            <a:off x="9424781" y="3322212"/>
            <a:ext cx="737235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just" eaLnBrk="1" hangingPunct="1">
              <a:spcBef>
                <a:spcPct val="50000"/>
              </a:spcBef>
            </a:pPr>
            <a:r>
              <a:rPr lang="en-US" altLang="en-US" sz="4500" dirty="0" err="1">
                <a:solidFill>
                  <a:srgbClr val="002060"/>
                </a:solidFill>
              </a:rPr>
              <a:t>Sản</a:t>
            </a:r>
            <a:r>
              <a:rPr lang="en-US" altLang="en-US" sz="4500" dirty="0">
                <a:solidFill>
                  <a:srgbClr val="002060"/>
                </a:solidFill>
              </a:rPr>
              <a:t> </a:t>
            </a:r>
            <a:r>
              <a:rPr lang="en-US" altLang="en-US" sz="4500" dirty="0" err="1">
                <a:solidFill>
                  <a:srgbClr val="002060"/>
                </a:solidFill>
              </a:rPr>
              <a:t>xuất</a:t>
            </a:r>
            <a:r>
              <a:rPr lang="en-US" altLang="en-US" sz="4500" dirty="0">
                <a:solidFill>
                  <a:srgbClr val="002060"/>
                </a:solidFill>
              </a:rPr>
              <a:t> </a:t>
            </a:r>
            <a:r>
              <a:rPr lang="en-US" altLang="en-US" sz="4500" dirty="0" err="1">
                <a:solidFill>
                  <a:srgbClr val="002060"/>
                </a:solidFill>
              </a:rPr>
              <a:t>hàng</a:t>
            </a:r>
            <a:r>
              <a:rPr lang="en-US" altLang="en-US" sz="4500" dirty="0">
                <a:solidFill>
                  <a:srgbClr val="002060"/>
                </a:solidFill>
              </a:rPr>
              <a:t> </a:t>
            </a:r>
            <a:r>
              <a:rPr lang="en-US" altLang="en-US" sz="4500" dirty="0" err="1">
                <a:solidFill>
                  <a:srgbClr val="002060"/>
                </a:solidFill>
              </a:rPr>
              <a:t>hóa</a:t>
            </a:r>
            <a:r>
              <a:rPr lang="en-US" altLang="en-US" sz="4500" dirty="0">
                <a:solidFill>
                  <a:srgbClr val="002060"/>
                </a:solidFill>
              </a:rPr>
              <a:t> </a:t>
            </a:r>
            <a:r>
              <a:rPr lang="en-US" altLang="en-US" sz="4500" dirty="0" err="1">
                <a:solidFill>
                  <a:srgbClr val="002060"/>
                </a:solidFill>
              </a:rPr>
              <a:t>là</a:t>
            </a:r>
            <a:r>
              <a:rPr lang="en-US" altLang="en-US" sz="4500" dirty="0">
                <a:solidFill>
                  <a:srgbClr val="002060"/>
                </a:solidFill>
              </a:rPr>
              <a:t> </a:t>
            </a:r>
            <a:r>
              <a:rPr lang="en-US" altLang="en-US" sz="4500" dirty="0" err="1">
                <a:solidFill>
                  <a:srgbClr val="002060"/>
                </a:solidFill>
              </a:rPr>
              <a:t>kiểu</a:t>
            </a:r>
            <a:r>
              <a:rPr lang="en-US" altLang="en-US" sz="4500" dirty="0">
                <a:solidFill>
                  <a:srgbClr val="002060"/>
                </a:solidFill>
              </a:rPr>
              <a:t> </a:t>
            </a:r>
            <a:r>
              <a:rPr lang="en-US" altLang="en-US" sz="4500" dirty="0" err="1">
                <a:solidFill>
                  <a:srgbClr val="002060"/>
                </a:solidFill>
              </a:rPr>
              <a:t>tổ</a:t>
            </a:r>
            <a:r>
              <a:rPr lang="en-US" altLang="en-US" sz="4500" dirty="0">
                <a:solidFill>
                  <a:srgbClr val="002060"/>
                </a:solidFill>
              </a:rPr>
              <a:t> </a:t>
            </a:r>
            <a:r>
              <a:rPr lang="en-US" altLang="en-US" sz="4500" dirty="0" err="1">
                <a:solidFill>
                  <a:srgbClr val="002060"/>
                </a:solidFill>
              </a:rPr>
              <a:t>chức</a:t>
            </a:r>
            <a:r>
              <a:rPr lang="en-US" altLang="en-US" sz="4500" dirty="0">
                <a:solidFill>
                  <a:srgbClr val="002060"/>
                </a:solidFill>
              </a:rPr>
              <a:t> </a:t>
            </a:r>
            <a:r>
              <a:rPr lang="en-US" altLang="en-US" sz="4500" dirty="0" err="1">
                <a:solidFill>
                  <a:srgbClr val="002060"/>
                </a:solidFill>
              </a:rPr>
              <a:t>kinh</a:t>
            </a:r>
            <a:r>
              <a:rPr lang="en-US" altLang="en-US" sz="4500" dirty="0">
                <a:solidFill>
                  <a:srgbClr val="002060"/>
                </a:solidFill>
              </a:rPr>
              <a:t> </a:t>
            </a:r>
            <a:r>
              <a:rPr lang="en-US" altLang="en-US" sz="4500" dirty="0" err="1">
                <a:solidFill>
                  <a:srgbClr val="002060"/>
                </a:solidFill>
              </a:rPr>
              <a:t>tế</a:t>
            </a:r>
            <a:r>
              <a:rPr lang="en-US" altLang="en-US" sz="4500" dirty="0">
                <a:solidFill>
                  <a:srgbClr val="002060"/>
                </a:solidFill>
              </a:rPr>
              <a:t> ở </a:t>
            </a:r>
            <a:r>
              <a:rPr lang="en-US" altLang="en-US" sz="4500" dirty="0" err="1">
                <a:solidFill>
                  <a:srgbClr val="002060"/>
                </a:solidFill>
              </a:rPr>
              <a:t>đó</a:t>
            </a:r>
            <a:r>
              <a:rPr lang="en-US" altLang="en-US" sz="4500" dirty="0">
                <a:solidFill>
                  <a:srgbClr val="002060"/>
                </a:solidFill>
              </a:rPr>
              <a:t> </a:t>
            </a:r>
            <a:r>
              <a:rPr lang="en-US" altLang="en-US" sz="4500" dirty="0" err="1">
                <a:solidFill>
                  <a:srgbClr val="002060"/>
                </a:solidFill>
              </a:rPr>
              <a:t>sản</a:t>
            </a:r>
            <a:r>
              <a:rPr lang="en-US" altLang="en-US" sz="4500" dirty="0">
                <a:solidFill>
                  <a:srgbClr val="002060"/>
                </a:solidFill>
              </a:rPr>
              <a:t> </a:t>
            </a:r>
            <a:r>
              <a:rPr lang="en-US" altLang="en-US" sz="4500" dirty="0" err="1">
                <a:solidFill>
                  <a:srgbClr val="002060"/>
                </a:solidFill>
              </a:rPr>
              <a:t>phẩm</a:t>
            </a:r>
            <a:r>
              <a:rPr lang="en-US" altLang="en-US" sz="4500" dirty="0">
                <a:solidFill>
                  <a:srgbClr val="002060"/>
                </a:solidFill>
              </a:rPr>
              <a:t> </a:t>
            </a:r>
            <a:r>
              <a:rPr lang="en-US" altLang="en-US" sz="4500" dirty="0" err="1">
                <a:solidFill>
                  <a:srgbClr val="002060"/>
                </a:solidFill>
              </a:rPr>
              <a:t>làm</a:t>
            </a:r>
            <a:r>
              <a:rPr lang="en-US" altLang="en-US" sz="4500" dirty="0">
                <a:solidFill>
                  <a:srgbClr val="002060"/>
                </a:solidFill>
              </a:rPr>
              <a:t> ra </a:t>
            </a:r>
            <a:r>
              <a:rPr lang="en-US" altLang="en-US" sz="4500" dirty="0" err="1">
                <a:solidFill>
                  <a:srgbClr val="002060"/>
                </a:solidFill>
              </a:rPr>
              <a:t>nhằm</a:t>
            </a:r>
            <a:r>
              <a:rPr lang="en-US" altLang="en-US" sz="4500" dirty="0">
                <a:solidFill>
                  <a:srgbClr val="002060"/>
                </a:solidFill>
              </a:rPr>
              <a:t> </a:t>
            </a:r>
            <a:r>
              <a:rPr lang="en-US" altLang="en-US" sz="4500" dirty="0" err="1">
                <a:solidFill>
                  <a:srgbClr val="002060"/>
                </a:solidFill>
              </a:rPr>
              <a:t>mục</a:t>
            </a:r>
            <a:r>
              <a:rPr lang="en-US" altLang="en-US" sz="4500" dirty="0">
                <a:solidFill>
                  <a:srgbClr val="002060"/>
                </a:solidFill>
              </a:rPr>
              <a:t> </a:t>
            </a:r>
            <a:r>
              <a:rPr lang="en-US" altLang="en-US" sz="4500" dirty="0" err="1">
                <a:solidFill>
                  <a:srgbClr val="002060"/>
                </a:solidFill>
              </a:rPr>
              <a:t>đích</a:t>
            </a:r>
            <a:r>
              <a:rPr lang="en-US" altLang="en-US" sz="4500" dirty="0">
                <a:solidFill>
                  <a:srgbClr val="002060"/>
                </a:solidFill>
              </a:rPr>
              <a:t> </a:t>
            </a:r>
            <a:r>
              <a:rPr lang="en-US" altLang="en-US" sz="4500" dirty="0" err="1">
                <a:solidFill>
                  <a:srgbClr val="002060"/>
                </a:solidFill>
              </a:rPr>
              <a:t>trao</a:t>
            </a:r>
            <a:r>
              <a:rPr lang="en-US" altLang="en-US" sz="4500" dirty="0">
                <a:solidFill>
                  <a:srgbClr val="002060"/>
                </a:solidFill>
              </a:rPr>
              <a:t> </a:t>
            </a:r>
            <a:r>
              <a:rPr lang="en-US" altLang="en-US" sz="4500" dirty="0" err="1">
                <a:solidFill>
                  <a:srgbClr val="002060"/>
                </a:solidFill>
              </a:rPr>
              <a:t>đổi</a:t>
            </a:r>
            <a:r>
              <a:rPr lang="en-US" altLang="en-US" sz="4500" dirty="0">
                <a:solidFill>
                  <a:srgbClr val="002060"/>
                </a:solidFill>
              </a:rPr>
              <a:t>, </a:t>
            </a:r>
            <a:r>
              <a:rPr lang="en-US" altLang="en-US" sz="4500" dirty="0" err="1">
                <a:solidFill>
                  <a:srgbClr val="002060"/>
                </a:solidFill>
              </a:rPr>
              <a:t>dựa</a:t>
            </a:r>
            <a:r>
              <a:rPr lang="en-US" altLang="en-US" sz="4500" dirty="0">
                <a:solidFill>
                  <a:srgbClr val="002060"/>
                </a:solidFill>
              </a:rPr>
              <a:t> </a:t>
            </a:r>
            <a:r>
              <a:rPr lang="en-US" altLang="en-US" sz="4500" dirty="0" err="1">
                <a:solidFill>
                  <a:srgbClr val="002060"/>
                </a:solidFill>
              </a:rPr>
              <a:t>trên</a:t>
            </a:r>
            <a:r>
              <a:rPr lang="en-US" altLang="en-US" sz="4500" dirty="0">
                <a:solidFill>
                  <a:srgbClr val="002060"/>
                </a:solidFill>
              </a:rPr>
              <a:t> </a:t>
            </a:r>
            <a:r>
              <a:rPr lang="en-US" altLang="en-US" sz="4500" dirty="0" err="1">
                <a:solidFill>
                  <a:srgbClr val="002060"/>
                </a:solidFill>
              </a:rPr>
              <a:t>cơ</a:t>
            </a:r>
            <a:r>
              <a:rPr lang="en-US" altLang="en-US" sz="4500" dirty="0">
                <a:solidFill>
                  <a:srgbClr val="002060"/>
                </a:solidFill>
              </a:rPr>
              <a:t> </a:t>
            </a:r>
            <a:r>
              <a:rPr lang="en-US" altLang="en-US" sz="4500" dirty="0" err="1">
                <a:solidFill>
                  <a:srgbClr val="002060"/>
                </a:solidFill>
              </a:rPr>
              <a:t>sở</a:t>
            </a:r>
            <a:r>
              <a:rPr lang="en-US" altLang="en-US" sz="4500" dirty="0">
                <a:solidFill>
                  <a:srgbClr val="002060"/>
                </a:solidFill>
              </a:rPr>
              <a:t> </a:t>
            </a:r>
            <a:r>
              <a:rPr lang="en-US" altLang="en-US" sz="4500" dirty="0" err="1">
                <a:solidFill>
                  <a:srgbClr val="002060"/>
                </a:solidFill>
              </a:rPr>
              <a:t>phân</a:t>
            </a:r>
            <a:r>
              <a:rPr lang="en-US" altLang="en-US" sz="4500" dirty="0">
                <a:solidFill>
                  <a:srgbClr val="002060"/>
                </a:solidFill>
              </a:rPr>
              <a:t> </a:t>
            </a:r>
            <a:r>
              <a:rPr lang="en-US" altLang="en-US" sz="4500" dirty="0" err="1">
                <a:solidFill>
                  <a:srgbClr val="002060"/>
                </a:solidFill>
              </a:rPr>
              <a:t>công</a:t>
            </a:r>
            <a:r>
              <a:rPr lang="en-US" altLang="en-US" sz="4500" dirty="0">
                <a:solidFill>
                  <a:srgbClr val="002060"/>
                </a:solidFill>
              </a:rPr>
              <a:t> </a:t>
            </a:r>
            <a:r>
              <a:rPr lang="en-US" altLang="en-US" sz="4500" dirty="0" err="1">
                <a:solidFill>
                  <a:srgbClr val="002060"/>
                </a:solidFill>
              </a:rPr>
              <a:t>xã</a:t>
            </a:r>
            <a:r>
              <a:rPr lang="en-US" altLang="en-US" sz="4500" dirty="0">
                <a:solidFill>
                  <a:srgbClr val="002060"/>
                </a:solidFill>
              </a:rPr>
              <a:t> </a:t>
            </a:r>
            <a:r>
              <a:rPr lang="en-US" altLang="en-US" sz="4500" dirty="0" err="1">
                <a:solidFill>
                  <a:srgbClr val="002060"/>
                </a:solidFill>
              </a:rPr>
              <a:t>hội</a:t>
            </a:r>
            <a:r>
              <a:rPr lang="en-US" altLang="en-US" sz="4500" dirty="0">
                <a:solidFill>
                  <a:srgbClr val="002060"/>
                </a:solidFill>
              </a:rPr>
              <a:t> </a:t>
            </a:r>
            <a:r>
              <a:rPr lang="en-US" altLang="en-US" sz="4500" dirty="0" err="1">
                <a:solidFill>
                  <a:srgbClr val="002060"/>
                </a:solidFill>
              </a:rPr>
              <a:t>về</a:t>
            </a:r>
            <a:r>
              <a:rPr lang="en-US" altLang="en-US" sz="4500" dirty="0">
                <a:solidFill>
                  <a:srgbClr val="002060"/>
                </a:solidFill>
              </a:rPr>
              <a:t> </a:t>
            </a:r>
            <a:r>
              <a:rPr lang="en-US" altLang="en-US" sz="4500" dirty="0" err="1">
                <a:solidFill>
                  <a:srgbClr val="002060"/>
                </a:solidFill>
              </a:rPr>
              <a:t>lao</a:t>
            </a:r>
            <a:r>
              <a:rPr lang="en-US" altLang="en-US" sz="4500" dirty="0">
                <a:solidFill>
                  <a:srgbClr val="002060"/>
                </a:solidFill>
              </a:rPr>
              <a:t> </a:t>
            </a:r>
            <a:r>
              <a:rPr lang="en-US" altLang="en-US" sz="4500" dirty="0" err="1">
                <a:solidFill>
                  <a:srgbClr val="002060"/>
                </a:solidFill>
              </a:rPr>
              <a:t>động</a:t>
            </a:r>
            <a:r>
              <a:rPr lang="en-US" altLang="en-US" sz="4500" dirty="0">
                <a:solidFill>
                  <a:srgbClr val="002060"/>
                </a:solidFill>
              </a:rPr>
              <a:t> </a:t>
            </a:r>
            <a:r>
              <a:rPr lang="en-US" altLang="en-US" sz="4500" dirty="0" err="1">
                <a:solidFill>
                  <a:srgbClr val="002060"/>
                </a:solidFill>
              </a:rPr>
              <a:t>và</a:t>
            </a:r>
            <a:r>
              <a:rPr lang="en-US" altLang="en-US" sz="4500" dirty="0">
                <a:solidFill>
                  <a:srgbClr val="002060"/>
                </a:solidFill>
              </a:rPr>
              <a:t> </a:t>
            </a:r>
            <a:r>
              <a:rPr lang="en-US" altLang="en-US" sz="4500" dirty="0" err="1">
                <a:solidFill>
                  <a:srgbClr val="002060"/>
                </a:solidFill>
              </a:rPr>
              <a:t>vận</a:t>
            </a:r>
            <a:r>
              <a:rPr lang="en-US" altLang="en-US" sz="4500" dirty="0">
                <a:solidFill>
                  <a:srgbClr val="002060"/>
                </a:solidFill>
              </a:rPr>
              <a:t> </a:t>
            </a:r>
            <a:r>
              <a:rPr lang="en-US" altLang="en-US" sz="4500" dirty="0" err="1">
                <a:solidFill>
                  <a:srgbClr val="002060"/>
                </a:solidFill>
              </a:rPr>
              <a:t>động</a:t>
            </a:r>
            <a:r>
              <a:rPr lang="en-US" altLang="en-US" sz="4500" dirty="0">
                <a:solidFill>
                  <a:srgbClr val="002060"/>
                </a:solidFill>
              </a:rPr>
              <a:t> </a:t>
            </a:r>
            <a:r>
              <a:rPr lang="en-US" altLang="en-US" sz="4500" dirty="0" err="1">
                <a:solidFill>
                  <a:srgbClr val="002060"/>
                </a:solidFill>
              </a:rPr>
              <a:t>theo</a:t>
            </a:r>
            <a:r>
              <a:rPr lang="en-US" altLang="en-US" sz="4500" dirty="0">
                <a:solidFill>
                  <a:srgbClr val="002060"/>
                </a:solidFill>
              </a:rPr>
              <a:t> </a:t>
            </a:r>
            <a:r>
              <a:rPr lang="en-US" altLang="en-US" sz="4500" dirty="0" err="1">
                <a:solidFill>
                  <a:srgbClr val="002060"/>
                </a:solidFill>
              </a:rPr>
              <a:t>cơ</a:t>
            </a:r>
            <a:r>
              <a:rPr lang="en-US" altLang="en-US" sz="4500" dirty="0">
                <a:solidFill>
                  <a:srgbClr val="002060"/>
                </a:solidFill>
              </a:rPr>
              <a:t> </a:t>
            </a:r>
            <a:r>
              <a:rPr lang="en-US" altLang="en-US" sz="4500" dirty="0" err="1">
                <a:solidFill>
                  <a:srgbClr val="002060"/>
                </a:solidFill>
              </a:rPr>
              <a:t>chế</a:t>
            </a:r>
            <a:r>
              <a:rPr lang="en-US" altLang="en-US" sz="4500" dirty="0">
                <a:solidFill>
                  <a:srgbClr val="002060"/>
                </a:solidFill>
              </a:rPr>
              <a:t> </a:t>
            </a:r>
            <a:r>
              <a:rPr lang="en-US" altLang="en-US" sz="4500" dirty="0" err="1">
                <a:solidFill>
                  <a:srgbClr val="002060"/>
                </a:solidFill>
              </a:rPr>
              <a:t>thị</a:t>
            </a:r>
            <a:r>
              <a:rPr lang="en-US" altLang="en-US" sz="4500" dirty="0">
                <a:solidFill>
                  <a:srgbClr val="002060"/>
                </a:solidFill>
              </a:rPr>
              <a:t> </a:t>
            </a:r>
            <a:r>
              <a:rPr lang="en-US" altLang="en-US" sz="4500" dirty="0" err="1">
                <a:solidFill>
                  <a:srgbClr val="002060"/>
                </a:solidFill>
              </a:rPr>
              <a:t>trường</a:t>
            </a:r>
            <a:endParaRPr lang="en-US" altLang="en-US" sz="4500" dirty="0">
              <a:solidFill>
                <a:srgbClr val="002060"/>
              </a:solidFill>
            </a:endParaRPr>
          </a:p>
        </p:txBody>
      </p:sp>
      <p:sp>
        <p:nvSpPr>
          <p:cNvPr id="8" name="Text Box 6">
            <a:extLst>
              <a:ext uri="{FF2B5EF4-FFF2-40B4-BE49-F238E27FC236}">
                <a16:creationId xmlns:a16="http://schemas.microsoft.com/office/drawing/2014/main" id="{3498C7B5-5401-A9F9-47AA-4A4CFD58386E}"/>
              </a:ext>
            </a:extLst>
          </p:cNvPr>
          <p:cNvSpPr txBox="1">
            <a:spLocks noChangeArrowheads="1"/>
          </p:cNvSpPr>
          <p:nvPr/>
        </p:nvSpPr>
        <p:spPr bwMode="ltGray">
          <a:xfrm>
            <a:off x="1099931" y="3906083"/>
            <a:ext cx="720407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just" eaLnBrk="1" hangingPunct="1">
              <a:spcBef>
                <a:spcPct val="20000"/>
              </a:spcBef>
              <a:buClr>
                <a:schemeClr val="accent1"/>
              </a:buClr>
              <a:buSzPct val="85000"/>
              <a:buFont typeface="Wingdings" panose="05000000000000000000" pitchFamily="2" charset="2"/>
              <a:buNone/>
            </a:pPr>
            <a:r>
              <a:rPr lang="en-US" altLang="en-US" sz="4500">
                <a:solidFill>
                  <a:srgbClr val="002060"/>
                </a:solidFill>
              </a:rPr>
              <a:t>Sản xuất tự cấp, tự túc là kiểu tổ chức kinh tế trong đó sản phẩm làm ra để thỏa mãn nhu cầu của bản thân, dựa trên cơ sở phân công tự nhiên về lao động.</a:t>
            </a:r>
          </a:p>
        </p:txBody>
      </p:sp>
      <p:sp>
        <p:nvSpPr>
          <p:cNvPr id="13" name="Text Box 8">
            <a:extLst>
              <a:ext uri="{FF2B5EF4-FFF2-40B4-BE49-F238E27FC236}">
                <a16:creationId xmlns:a16="http://schemas.microsoft.com/office/drawing/2014/main" id="{5B3FBB52-6D71-2A52-9ABF-44920AA51709}"/>
              </a:ext>
            </a:extLst>
          </p:cNvPr>
          <p:cNvSpPr txBox="1">
            <a:spLocks noChangeArrowheads="1"/>
          </p:cNvSpPr>
          <p:nvPr/>
        </p:nvSpPr>
        <p:spPr bwMode="ltGray">
          <a:xfrm>
            <a:off x="9710531" y="2362200"/>
            <a:ext cx="67659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4800" b="1" u="sng" dirty="0" err="1">
                <a:solidFill>
                  <a:srgbClr val="002060"/>
                </a:solidFill>
              </a:rPr>
              <a:t>Sản</a:t>
            </a:r>
            <a:r>
              <a:rPr lang="en-US" altLang="en-US" sz="4800" b="1" u="sng" dirty="0">
                <a:solidFill>
                  <a:srgbClr val="002060"/>
                </a:solidFill>
              </a:rPr>
              <a:t> </a:t>
            </a:r>
            <a:r>
              <a:rPr lang="en-US" altLang="en-US" sz="4800" b="1" u="sng" dirty="0" err="1">
                <a:solidFill>
                  <a:srgbClr val="002060"/>
                </a:solidFill>
              </a:rPr>
              <a:t>xuất</a:t>
            </a:r>
            <a:r>
              <a:rPr lang="en-US" altLang="en-US" sz="4800" b="1" u="sng" dirty="0">
                <a:solidFill>
                  <a:srgbClr val="002060"/>
                </a:solidFill>
              </a:rPr>
              <a:t> </a:t>
            </a:r>
            <a:r>
              <a:rPr lang="en-US" altLang="en-US" sz="4800" b="1" u="sng" dirty="0" err="1">
                <a:solidFill>
                  <a:srgbClr val="002060"/>
                </a:solidFill>
              </a:rPr>
              <a:t>hàng</a:t>
            </a:r>
            <a:r>
              <a:rPr lang="en-US" altLang="en-US" sz="4800" b="1" u="sng" dirty="0">
                <a:solidFill>
                  <a:srgbClr val="002060"/>
                </a:solidFill>
              </a:rPr>
              <a:t> </a:t>
            </a:r>
            <a:r>
              <a:rPr lang="en-US" altLang="en-US" sz="4800" b="1" u="sng" dirty="0" err="1">
                <a:solidFill>
                  <a:srgbClr val="002060"/>
                </a:solidFill>
              </a:rPr>
              <a:t>hoá</a:t>
            </a:r>
            <a:endParaRPr lang="en-US" altLang="en-US" sz="4800" b="1" u="sng" dirty="0">
              <a:solidFill>
                <a:srgbClr val="002060"/>
              </a:solidFill>
            </a:endParaRPr>
          </a:p>
        </p:txBody>
      </p:sp>
      <p:sp>
        <p:nvSpPr>
          <p:cNvPr id="14" name="Line 9">
            <a:extLst>
              <a:ext uri="{FF2B5EF4-FFF2-40B4-BE49-F238E27FC236}">
                <a16:creationId xmlns:a16="http://schemas.microsoft.com/office/drawing/2014/main" id="{98FABF14-C723-7500-906D-CC856B009A6B}"/>
              </a:ext>
            </a:extLst>
          </p:cNvPr>
          <p:cNvSpPr>
            <a:spLocks noChangeShapeType="1"/>
          </p:cNvSpPr>
          <p:nvPr/>
        </p:nvSpPr>
        <p:spPr bwMode="ltGray">
          <a:xfrm>
            <a:off x="8796131" y="2393674"/>
            <a:ext cx="0" cy="110871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9600">
              <a:solidFill>
                <a:srgbClr val="002060"/>
              </a:solidFill>
              <a:latin typeface="Arial" charset="0"/>
              <a:ea typeface="ＭＳ Ｐゴシック" charset="0"/>
            </a:endParaRPr>
          </a:p>
        </p:txBody>
      </p:sp>
      <p:pic>
        <p:nvPicPr>
          <p:cNvPr id="15" name="Picture 14">
            <a:extLst>
              <a:ext uri="{FF2B5EF4-FFF2-40B4-BE49-F238E27FC236}">
                <a16:creationId xmlns:a16="http://schemas.microsoft.com/office/drawing/2014/main" id="{C315BD4D-37DC-178B-2BF8-16910497F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31" y="8284145"/>
            <a:ext cx="7010400" cy="4794578"/>
          </a:xfrm>
          <a:prstGeom prst="rect">
            <a:avLst/>
          </a:prstGeom>
        </p:spPr>
      </p:pic>
      <p:pic>
        <p:nvPicPr>
          <p:cNvPr id="16" name="Picture 15">
            <a:extLst>
              <a:ext uri="{FF2B5EF4-FFF2-40B4-BE49-F238E27FC236}">
                <a16:creationId xmlns:a16="http://schemas.microsoft.com/office/drawing/2014/main" id="{D16B983E-3B80-5C21-6AD8-5DA400785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6531" y="8284145"/>
            <a:ext cx="7340600" cy="4794578"/>
          </a:xfrm>
          <a:prstGeom prst="rect">
            <a:avLst/>
          </a:prstGeom>
        </p:spPr>
      </p:pic>
      <p:sp>
        <p:nvSpPr>
          <p:cNvPr id="28" name="Text Box 8">
            <a:extLst>
              <a:ext uri="{FF2B5EF4-FFF2-40B4-BE49-F238E27FC236}">
                <a16:creationId xmlns:a16="http://schemas.microsoft.com/office/drawing/2014/main" id="{EAB56940-B4CE-E5B6-4B7D-0AE1CFE5B0F9}"/>
              </a:ext>
            </a:extLst>
          </p:cNvPr>
          <p:cNvSpPr txBox="1">
            <a:spLocks noChangeArrowheads="1"/>
          </p:cNvSpPr>
          <p:nvPr/>
        </p:nvSpPr>
        <p:spPr bwMode="ltGray">
          <a:xfrm>
            <a:off x="1319006" y="2791660"/>
            <a:ext cx="67659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4800" b="1" u="sng" dirty="0" err="1">
                <a:solidFill>
                  <a:srgbClr val="002060"/>
                </a:solidFill>
              </a:rPr>
              <a:t>Sản</a:t>
            </a:r>
            <a:r>
              <a:rPr lang="en-US" altLang="en-US" sz="4800" b="1" u="sng" dirty="0">
                <a:solidFill>
                  <a:srgbClr val="002060"/>
                </a:solidFill>
              </a:rPr>
              <a:t> </a:t>
            </a:r>
            <a:r>
              <a:rPr lang="en-US" altLang="en-US" sz="4800" b="1" u="sng" dirty="0" err="1">
                <a:solidFill>
                  <a:srgbClr val="002060"/>
                </a:solidFill>
              </a:rPr>
              <a:t>xuất</a:t>
            </a:r>
            <a:r>
              <a:rPr lang="en-US" altLang="en-US" sz="4800" b="1" u="sng" dirty="0">
                <a:solidFill>
                  <a:srgbClr val="002060"/>
                </a:solidFill>
              </a:rPr>
              <a:t> TCTC</a:t>
            </a:r>
          </a:p>
        </p:txBody>
      </p:sp>
      <p:pic>
        <p:nvPicPr>
          <p:cNvPr id="10" name="Picture 9">
            <a:extLst>
              <a:ext uri="{FF2B5EF4-FFF2-40B4-BE49-F238E27FC236}">
                <a16:creationId xmlns:a16="http://schemas.microsoft.com/office/drawing/2014/main" id="{974EF5C1-43A9-4961-B919-0AE87D60C9D3}"/>
              </a:ext>
            </a:extLst>
          </p:cNvPr>
          <p:cNvPicPr>
            <a:picLocks noChangeAspect="1"/>
          </p:cNvPicPr>
          <p:nvPr/>
        </p:nvPicPr>
        <p:blipFill>
          <a:blip r:embed="rId4"/>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21381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ox(in)">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par>
                                <p:cTn id="13" presetID="2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ox(in)">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par>
                                <p:cTn id="26" presetID="22" presetClass="entr" presetSubtype="4"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6EBDA929-2C9D-5DC5-0DB9-1E43EF36C62C}"/>
              </a:ext>
            </a:extLst>
          </p:cNvPr>
          <p:cNvSpPr/>
          <p:nvPr/>
        </p:nvSpPr>
        <p:spPr>
          <a:xfrm>
            <a:off x="2768600" y="4114800"/>
            <a:ext cx="2717800" cy="4114800"/>
          </a:xfrm>
          <a:custGeom>
            <a:avLst/>
            <a:gdLst>
              <a:gd name="connsiteX0" fmla="*/ 0 w 1358800"/>
              <a:gd name="connsiteY0" fmla="*/ 679400 h 1358800"/>
              <a:gd name="connsiteX1" fmla="*/ 679400 w 1358800"/>
              <a:gd name="connsiteY1" fmla="*/ 0 h 1358800"/>
              <a:gd name="connsiteX2" fmla="*/ 1358800 w 1358800"/>
              <a:gd name="connsiteY2" fmla="*/ 679400 h 1358800"/>
              <a:gd name="connsiteX3" fmla="*/ 679400 w 1358800"/>
              <a:gd name="connsiteY3" fmla="*/ 1358800 h 1358800"/>
              <a:gd name="connsiteX4" fmla="*/ 0 w 1358800"/>
              <a:gd name="connsiteY4" fmla="*/ 679400 h 135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8800" h="1358800">
                <a:moveTo>
                  <a:pt x="0" y="679400"/>
                </a:moveTo>
                <a:cubicBezTo>
                  <a:pt x="0" y="304178"/>
                  <a:pt x="304178" y="0"/>
                  <a:pt x="679400" y="0"/>
                </a:cubicBezTo>
                <a:cubicBezTo>
                  <a:pt x="1054622" y="0"/>
                  <a:pt x="1358800" y="304178"/>
                  <a:pt x="1358800" y="679400"/>
                </a:cubicBezTo>
                <a:cubicBezTo>
                  <a:pt x="1358800" y="1054622"/>
                  <a:pt x="1054622" y="1358800"/>
                  <a:pt x="679400" y="1358800"/>
                </a:cubicBezTo>
                <a:cubicBezTo>
                  <a:pt x="304178" y="1358800"/>
                  <a:pt x="0" y="1054622"/>
                  <a:pt x="0" y="679400"/>
                </a:cubicBez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36084" tIns="436084" rIns="436084" bIns="436084" spcCol="1270" anchor="ctr"/>
          <a:lstStyle/>
          <a:p>
            <a:pPr algn="ctr" defTabSz="1333500">
              <a:lnSpc>
                <a:spcPct val="90000"/>
              </a:lnSpc>
              <a:spcAft>
                <a:spcPct val="35000"/>
              </a:spcAft>
              <a:defRPr/>
            </a:pPr>
            <a:r>
              <a:rPr lang="en-US" sz="4000" b="1">
                <a:solidFill>
                  <a:srgbClr val="002060"/>
                </a:solidFill>
              </a:rPr>
              <a:t>Phân công lao động xã hội</a:t>
            </a:r>
          </a:p>
        </p:txBody>
      </p:sp>
      <p:sp>
        <p:nvSpPr>
          <p:cNvPr id="3" name="Freeform 10">
            <a:extLst>
              <a:ext uri="{FF2B5EF4-FFF2-40B4-BE49-F238E27FC236}">
                <a16:creationId xmlns:a16="http://schemas.microsoft.com/office/drawing/2014/main" id="{60BDA1BE-E41B-6098-F884-DC7A3504DA17}"/>
              </a:ext>
            </a:extLst>
          </p:cNvPr>
          <p:cNvSpPr/>
          <p:nvPr/>
        </p:nvSpPr>
        <p:spPr>
          <a:xfrm>
            <a:off x="5988050" y="5486400"/>
            <a:ext cx="1577976" cy="1574800"/>
          </a:xfrm>
          <a:custGeom>
            <a:avLst/>
            <a:gdLst>
              <a:gd name="connsiteX0" fmla="*/ 104463 w 788104"/>
              <a:gd name="connsiteY0" fmla="*/ 301371 h 788104"/>
              <a:gd name="connsiteX1" fmla="*/ 301371 w 788104"/>
              <a:gd name="connsiteY1" fmla="*/ 301371 h 788104"/>
              <a:gd name="connsiteX2" fmla="*/ 301371 w 788104"/>
              <a:gd name="connsiteY2" fmla="*/ 104463 h 788104"/>
              <a:gd name="connsiteX3" fmla="*/ 486733 w 788104"/>
              <a:gd name="connsiteY3" fmla="*/ 104463 h 788104"/>
              <a:gd name="connsiteX4" fmla="*/ 486733 w 788104"/>
              <a:gd name="connsiteY4" fmla="*/ 301371 h 788104"/>
              <a:gd name="connsiteX5" fmla="*/ 683641 w 788104"/>
              <a:gd name="connsiteY5" fmla="*/ 301371 h 788104"/>
              <a:gd name="connsiteX6" fmla="*/ 683641 w 788104"/>
              <a:gd name="connsiteY6" fmla="*/ 486733 h 788104"/>
              <a:gd name="connsiteX7" fmla="*/ 486733 w 788104"/>
              <a:gd name="connsiteY7" fmla="*/ 486733 h 788104"/>
              <a:gd name="connsiteX8" fmla="*/ 486733 w 788104"/>
              <a:gd name="connsiteY8" fmla="*/ 683641 h 788104"/>
              <a:gd name="connsiteX9" fmla="*/ 301371 w 788104"/>
              <a:gd name="connsiteY9" fmla="*/ 683641 h 788104"/>
              <a:gd name="connsiteX10" fmla="*/ 301371 w 788104"/>
              <a:gd name="connsiteY10" fmla="*/ 486733 h 788104"/>
              <a:gd name="connsiteX11" fmla="*/ 104463 w 788104"/>
              <a:gd name="connsiteY11" fmla="*/ 486733 h 788104"/>
              <a:gd name="connsiteX12" fmla="*/ 104463 w 788104"/>
              <a:gd name="connsiteY12" fmla="*/ 301371 h 78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8104" h="788104">
                <a:moveTo>
                  <a:pt x="104463" y="301371"/>
                </a:moveTo>
                <a:lnTo>
                  <a:pt x="301371" y="301371"/>
                </a:lnTo>
                <a:lnTo>
                  <a:pt x="301371" y="104463"/>
                </a:lnTo>
                <a:lnTo>
                  <a:pt x="486733" y="104463"/>
                </a:lnTo>
                <a:lnTo>
                  <a:pt x="486733" y="301371"/>
                </a:lnTo>
                <a:lnTo>
                  <a:pt x="683641" y="301371"/>
                </a:lnTo>
                <a:lnTo>
                  <a:pt x="683641" y="486733"/>
                </a:lnTo>
                <a:lnTo>
                  <a:pt x="486733" y="486733"/>
                </a:lnTo>
                <a:lnTo>
                  <a:pt x="486733" y="683641"/>
                </a:lnTo>
                <a:lnTo>
                  <a:pt x="301371" y="683641"/>
                </a:lnTo>
                <a:lnTo>
                  <a:pt x="301371" y="486733"/>
                </a:lnTo>
                <a:lnTo>
                  <a:pt x="104463" y="486733"/>
                </a:lnTo>
                <a:lnTo>
                  <a:pt x="104463" y="301371"/>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208926" tIns="602742" rIns="208926" bIns="602742" spcCol="1270" anchor="ctr"/>
          <a:lstStyle/>
          <a:p>
            <a:pPr algn="ctr" defTabSz="1066800">
              <a:lnSpc>
                <a:spcPct val="90000"/>
              </a:lnSpc>
              <a:spcAft>
                <a:spcPct val="35000"/>
              </a:spcAft>
              <a:defRPr/>
            </a:pPr>
            <a:endParaRPr lang="en-US" sz="2400">
              <a:solidFill>
                <a:srgbClr val="002060"/>
              </a:solidFill>
            </a:endParaRPr>
          </a:p>
        </p:txBody>
      </p:sp>
      <p:sp>
        <p:nvSpPr>
          <p:cNvPr id="4" name="Freeform 21">
            <a:extLst>
              <a:ext uri="{FF2B5EF4-FFF2-40B4-BE49-F238E27FC236}">
                <a16:creationId xmlns:a16="http://schemas.microsoft.com/office/drawing/2014/main" id="{60B8AB66-BC89-9441-0B9C-1AEBDA7EDF4C}"/>
              </a:ext>
            </a:extLst>
          </p:cNvPr>
          <p:cNvSpPr/>
          <p:nvPr/>
        </p:nvSpPr>
        <p:spPr>
          <a:xfrm>
            <a:off x="7785100" y="4114800"/>
            <a:ext cx="2717800" cy="4114800"/>
          </a:xfrm>
          <a:custGeom>
            <a:avLst/>
            <a:gdLst>
              <a:gd name="connsiteX0" fmla="*/ 0 w 1358800"/>
              <a:gd name="connsiteY0" fmla="*/ 679400 h 1358800"/>
              <a:gd name="connsiteX1" fmla="*/ 679400 w 1358800"/>
              <a:gd name="connsiteY1" fmla="*/ 0 h 1358800"/>
              <a:gd name="connsiteX2" fmla="*/ 1358800 w 1358800"/>
              <a:gd name="connsiteY2" fmla="*/ 679400 h 1358800"/>
              <a:gd name="connsiteX3" fmla="*/ 679400 w 1358800"/>
              <a:gd name="connsiteY3" fmla="*/ 1358800 h 1358800"/>
              <a:gd name="connsiteX4" fmla="*/ 0 w 1358800"/>
              <a:gd name="connsiteY4" fmla="*/ 679400 h 135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8800" h="1358800">
                <a:moveTo>
                  <a:pt x="0" y="679400"/>
                </a:moveTo>
                <a:cubicBezTo>
                  <a:pt x="0" y="304178"/>
                  <a:pt x="304178" y="0"/>
                  <a:pt x="679400" y="0"/>
                </a:cubicBezTo>
                <a:cubicBezTo>
                  <a:pt x="1054622" y="0"/>
                  <a:pt x="1358800" y="304178"/>
                  <a:pt x="1358800" y="679400"/>
                </a:cubicBezTo>
                <a:cubicBezTo>
                  <a:pt x="1358800" y="1054622"/>
                  <a:pt x="1054622" y="1358800"/>
                  <a:pt x="679400" y="1358800"/>
                </a:cubicBezTo>
                <a:cubicBezTo>
                  <a:pt x="304178" y="1358800"/>
                  <a:pt x="0" y="1054622"/>
                  <a:pt x="0" y="679400"/>
                </a:cubicBez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36084" tIns="436084" rIns="436084" bIns="436084" spcCol="1270" anchor="ctr"/>
          <a:lstStyle/>
          <a:p>
            <a:pPr algn="ctr" defTabSz="1333500">
              <a:lnSpc>
                <a:spcPct val="90000"/>
              </a:lnSpc>
              <a:spcAft>
                <a:spcPct val="35000"/>
              </a:spcAft>
              <a:defRPr/>
            </a:pPr>
            <a:r>
              <a:rPr lang="en-US" sz="4000" b="1">
                <a:solidFill>
                  <a:srgbClr val="002060"/>
                </a:solidFill>
              </a:rPr>
              <a:t>Tách biệt kinh tế giữa những người sx</a:t>
            </a:r>
          </a:p>
        </p:txBody>
      </p:sp>
      <p:sp>
        <p:nvSpPr>
          <p:cNvPr id="5" name="Freeform 22">
            <a:extLst>
              <a:ext uri="{FF2B5EF4-FFF2-40B4-BE49-F238E27FC236}">
                <a16:creationId xmlns:a16="http://schemas.microsoft.com/office/drawing/2014/main" id="{E8A5E453-F098-A19A-5D80-1CF4433D848E}"/>
              </a:ext>
            </a:extLst>
          </p:cNvPr>
          <p:cNvSpPr/>
          <p:nvPr/>
        </p:nvSpPr>
        <p:spPr>
          <a:xfrm>
            <a:off x="10721977" y="5486400"/>
            <a:ext cx="1577974" cy="1574800"/>
          </a:xfrm>
          <a:custGeom>
            <a:avLst/>
            <a:gdLst>
              <a:gd name="connsiteX0" fmla="*/ 104463 w 788104"/>
              <a:gd name="connsiteY0" fmla="*/ 162349 h 788104"/>
              <a:gd name="connsiteX1" fmla="*/ 683641 w 788104"/>
              <a:gd name="connsiteY1" fmla="*/ 162349 h 788104"/>
              <a:gd name="connsiteX2" fmla="*/ 683641 w 788104"/>
              <a:gd name="connsiteY2" fmla="*/ 347711 h 788104"/>
              <a:gd name="connsiteX3" fmla="*/ 104463 w 788104"/>
              <a:gd name="connsiteY3" fmla="*/ 347711 h 788104"/>
              <a:gd name="connsiteX4" fmla="*/ 104463 w 788104"/>
              <a:gd name="connsiteY4" fmla="*/ 162349 h 788104"/>
              <a:gd name="connsiteX5" fmla="*/ 104463 w 788104"/>
              <a:gd name="connsiteY5" fmla="*/ 440393 h 788104"/>
              <a:gd name="connsiteX6" fmla="*/ 683641 w 788104"/>
              <a:gd name="connsiteY6" fmla="*/ 440393 h 788104"/>
              <a:gd name="connsiteX7" fmla="*/ 683641 w 788104"/>
              <a:gd name="connsiteY7" fmla="*/ 625755 h 788104"/>
              <a:gd name="connsiteX8" fmla="*/ 104463 w 788104"/>
              <a:gd name="connsiteY8" fmla="*/ 625755 h 788104"/>
              <a:gd name="connsiteX9" fmla="*/ 104463 w 788104"/>
              <a:gd name="connsiteY9" fmla="*/ 440393 h 78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8104" h="788104">
                <a:moveTo>
                  <a:pt x="104463" y="162349"/>
                </a:moveTo>
                <a:lnTo>
                  <a:pt x="683641" y="162349"/>
                </a:lnTo>
                <a:lnTo>
                  <a:pt x="683641" y="347711"/>
                </a:lnTo>
                <a:lnTo>
                  <a:pt x="104463" y="347711"/>
                </a:lnTo>
                <a:lnTo>
                  <a:pt x="104463" y="162349"/>
                </a:lnTo>
                <a:close/>
                <a:moveTo>
                  <a:pt x="104463" y="440393"/>
                </a:moveTo>
                <a:lnTo>
                  <a:pt x="683641" y="440393"/>
                </a:lnTo>
                <a:lnTo>
                  <a:pt x="683641" y="625755"/>
                </a:lnTo>
                <a:lnTo>
                  <a:pt x="104463" y="625755"/>
                </a:lnTo>
                <a:lnTo>
                  <a:pt x="104463" y="44039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lIns="208926" tIns="324698" rIns="208926" bIns="324698" spcCol="1270" anchor="ctr"/>
          <a:lstStyle/>
          <a:p>
            <a:pPr algn="ctr" defTabSz="1066800">
              <a:lnSpc>
                <a:spcPct val="90000"/>
              </a:lnSpc>
              <a:spcAft>
                <a:spcPct val="35000"/>
              </a:spcAft>
              <a:defRPr/>
            </a:pPr>
            <a:endParaRPr lang="en-US" sz="2400">
              <a:solidFill>
                <a:srgbClr val="002060"/>
              </a:solidFill>
            </a:endParaRPr>
          </a:p>
        </p:txBody>
      </p:sp>
      <p:sp>
        <p:nvSpPr>
          <p:cNvPr id="9" name="Freeform 23">
            <a:extLst>
              <a:ext uri="{FF2B5EF4-FFF2-40B4-BE49-F238E27FC236}">
                <a16:creationId xmlns:a16="http://schemas.microsoft.com/office/drawing/2014/main" id="{3B860FB4-EEAF-CFDA-5B05-77CE57BABE8E}"/>
              </a:ext>
            </a:extLst>
          </p:cNvPr>
          <p:cNvSpPr/>
          <p:nvPr/>
        </p:nvSpPr>
        <p:spPr>
          <a:xfrm>
            <a:off x="13131800" y="4114800"/>
            <a:ext cx="2717800" cy="4114800"/>
          </a:xfrm>
          <a:custGeom>
            <a:avLst/>
            <a:gdLst>
              <a:gd name="connsiteX0" fmla="*/ 0 w 1358800"/>
              <a:gd name="connsiteY0" fmla="*/ 679400 h 1358800"/>
              <a:gd name="connsiteX1" fmla="*/ 679400 w 1358800"/>
              <a:gd name="connsiteY1" fmla="*/ 0 h 1358800"/>
              <a:gd name="connsiteX2" fmla="*/ 1358800 w 1358800"/>
              <a:gd name="connsiteY2" fmla="*/ 679400 h 1358800"/>
              <a:gd name="connsiteX3" fmla="*/ 679400 w 1358800"/>
              <a:gd name="connsiteY3" fmla="*/ 1358800 h 1358800"/>
              <a:gd name="connsiteX4" fmla="*/ 0 w 1358800"/>
              <a:gd name="connsiteY4" fmla="*/ 679400 h 135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8800" h="1358800">
                <a:moveTo>
                  <a:pt x="0" y="679400"/>
                </a:moveTo>
                <a:cubicBezTo>
                  <a:pt x="0" y="304178"/>
                  <a:pt x="304178" y="0"/>
                  <a:pt x="679400" y="0"/>
                </a:cubicBezTo>
                <a:cubicBezTo>
                  <a:pt x="1054622" y="0"/>
                  <a:pt x="1358800" y="304178"/>
                  <a:pt x="1358800" y="679400"/>
                </a:cubicBezTo>
                <a:cubicBezTo>
                  <a:pt x="1358800" y="1054622"/>
                  <a:pt x="1054622" y="1358800"/>
                  <a:pt x="679400" y="1358800"/>
                </a:cubicBezTo>
                <a:cubicBezTo>
                  <a:pt x="304178" y="1358800"/>
                  <a:pt x="0" y="1054622"/>
                  <a:pt x="0" y="679400"/>
                </a:cubicBez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36084" tIns="436084" rIns="436084" bIns="436084" spcCol="1270" anchor="ctr"/>
          <a:lstStyle/>
          <a:p>
            <a:pPr algn="ctr" defTabSz="1333500">
              <a:lnSpc>
                <a:spcPct val="90000"/>
              </a:lnSpc>
              <a:spcAft>
                <a:spcPct val="35000"/>
              </a:spcAft>
              <a:defRPr/>
            </a:pPr>
            <a:r>
              <a:rPr lang="en-US" sz="4000" b="1">
                <a:solidFill>
                  <a:srgbClr val="002060"/>
                </a:solidFill>
              </a:rPr>
              <a:t>Sản xuất hàng hóa</a:t>
            </a:r>
          </a:p>
        </p:txBody>
      </p:sp>
      <p:pic>
        <p:nvPicPr>
          <p:cNvPr id="10" name="Picture 9">
            <a:extLst>
              <a:ext uri="{FF2B5EF4-FFF2-40B4-BE49-F238E27FC236}">
                <a16:creationId xmlns:a16="http://schemas.microsoft.com/office/drawing/2014/main" id="{25ECCC2A-C007-4900-D2A3-5B72AC379511}"/>
              </a:ext>
            </a:extLst>
          </p:cNvPr>
          <p:cNvPicPr>
            <a:picLocks noChangeAspect="1"/>
          </p:cNvPicPr>
          <p:nvPr/>
        </p:nvPicPr>
        <p:blipFill>
          <a:blip r:embed="rId2"/>
          <a:stretch>
            <a:fillRect/>
          </a:stretch>
        </p:blipFill>
        <p:spPr>
          <a:xfrm>
            <a:off x="1676400" y="8801100"/>
            <a:ext cx="4724400" cy="3390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C957DEFA-2AD2-12A0-9402-E2E70E7B1F48}"/>
              </a:ext>
            </a:extLst>
          </p:cNvPr>
          <p:cNvPicPr>
            <a:picLocks noChangeAspect="1"/>
          </p:cNvPicPr>
          <p:nvPr/>
        </p:nvPicPr>
        <p:blipFill>
          <a:blip r:embed="rId3"/>
          <a:stretch>
            <a:fillRect/>
          </a:stretch>
        </p:blipFill>
        <p:spPr>
          <a:xfrm>
            <a:off x="6705600" y="8801100"/>
            <a:ext cx="4876800" cy="3390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14237852-4E99-12BE-F8DC-017AA60A106B}"/>
              </a:ext>
            </a:extLst>
          </p:cNvPr>
          <p:cNvPicPr>
            <a:picLocks noChangeAspect="1"/>
          </p:cNvPicPr>
          <p:nvPr/>
        </p:nvPicPr>
        <p:blipFill>
          <a:blip r:embed="rId4"/>
          <a:stretch>
            <a:fillRect/>
          </a:stretch>
        </p:blipFill>
        <p:spPr>
          <a:xfrm>
            <a:off x="11915776" y="8801100"/>
            <a:ext cx="5305424" cy="3390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7" name="AutoShape 7">
            <a:extLst>
              <a:ext uri="{FF2B5EF4-FFF2-40B4-BE49-F238E27FC236}">
                <a16:creationId xmlns:a16="http://schemas.microsoft.com/office/drawing/2014/main" id="{F774CFD7-02D9-EC1A-D18E-8FE254A78E37}"/>
              </a:ext>
            </a:extLst>
          </p:cNvPr>
          <p:cNvSpPr>
            <a:spLocks noChangeArrowheads="1"/>
          </p:cNvSpPr>
          <p:nvPr/>
        </p:nvSpPr>
        <p:spPr bwMode="gray">
          <a:xfrm>
            <a:off x="3276600" y="2527300"/>
            <a:ext cx="10623551"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ĐIỀU KIỆN RA ĐỜI NỀN SẢN XUẤT HÀNG HÓA</a:t>
            </a:r>
          </a:p>
        </p:txBody>
      </p:sp>
      <p:pic>
        <p:nvPicPr>
          <p:cNvPr id="13" name="Picture 12">
            <a:extLst>
              <a:ext uri="{FF2B5EF4-FFF2-40B4-BE49-F238E27FC236}">
                <a16:creationId xmlns:a16="http://schemas.microsoft.com/office/drawing/2014/main" id="{E39DAD00-351A-486E-BAF8-05C48F04E255}"/>
              </a:ext>
            </a:extLst>
          </p:cNvPr>
          <p:cNvPicPr>
            <a:picLocks noChangeAspect="1"/>
          </p:cNvPicPr>
          <p:nvPr/>
        </p:nvPicPr>
        <p:blipFill>
          <a:blip r:embed="rId5"/>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06705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arn(inVertical)">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1000"/>
                                        <p:tgtEl>
                                          <p:spTgt spid="5"/>
                                        </p:tgtEl>
                                      </p:cBhvr>
                                    </p:animEffect>
                                    <p:anim calcmode="lin" valueType="num">
                                      <p:cBhvr>
                                        <p:cTn id="42" dur="1000" fill="hold"/>
                                        <p:tgtEl>
                                          <p:spTgt spid="5"/>
                                        </p:tgtEl>
                                        <p:attrNameLst>
                                          <p:attrName>ppt_x</p:attrName>
                                        </p:attrNameLst>
                                      </p:cBhvr>
                                      <p:tavLst>
                                        <p:tav tm="0">
                                          <p:val>
                                            <p:strVal val="#ppt_x"/>
                                          </p:val>
                                        </p:tav>
                                        <p:tav tm="100000">
                                          <p:val>
                                            <p:strVal val="#ppt_x"/>
                                          </p:val>
                                        </p:tav>
                                      </p:tavLst>
                                    </p:anim>
                                    <p:anim calcmode="lin" valueType="num">
                                      <p:cBhvr>
                                        <p:cTn id="43" dur="1000" fill="hold"/>
                                        <p:tgtEl>
                                          <p:spTgt spid="5"/>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9"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4C336-6DBD-DE42-1744-C5C7B0CA4DDE}"/>
              </a:ext>
            </a:extLst>
          </p:cNvPr>
          <p:cNvSpPr txBox="1">
            <a:spLocks/>
          </p:cNvSpPr>
          <p:nvPr/>
        </p:nvSpPr>
        <p:spPr>
          <a:xfrm>
            <a:off x="2428462" y="2590800"/>
            <a:ext cx="13411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pPr defTabSz="2844800">
              <a:spcAft>
                <a:spcPct val="35000"/>
              </a:spcAft>
            </a:pPr>
            <a:r>
              <a:rPr lang="en-US" altLang="en-US" sz="6000" b="1" dirty="0">
                <a:solidFill>
                  <a:srgbClr val="002060"/>
                </a:solidFill>
              </a:rPr>
              <a:t>2.1. </a:t>
            </a:r>
            <a:r>
              <a:rPr lang="en-US" altLang="en-US" sz="6000" b="1" dirty="0" err="1">
                <a:solidFill>
                  <a:srgbClr val="002060"/>
                </a:solidFill>
              </a:rPr>
              <a:t>Lý</a:t>
            </a:r>
            <a:r>
              <a:rPr lang="en-US" altLang="en-US" sz="6000" b="1" dirty="0">
                <a:solidFill>
                  <a:srgbClr val="002060"/>
                </a:solidFill>
              </a:rPr>
              <a:t> </a:t>
            </a:r>
            <a:r>
              <a:rPr lang="en-US" altLang="en-US" sz="6000" b="1" dirty="0" err="1">
                <a:solidFill>
                  <a:srgbClr val="002060"/>
                </a:solidFill>
              </a:rPr>
              <a:t>luận</a:t>
            </a:r>
            <a:r>
              <a:rPr lang="en-US" altLang="en-US" sz="6000" b="1" dirty="0">
                <a:solidFill>
                  <a:srgbClr val="002060"/>
                </a:solidFill>
              </a:rPr>
              <a:t> </a:t>
            </a:r>
            <a:r>
              <a:rPr lang="en-US" altLang="en-US" sz="6000" b="1" dirty="0" err="1">
                <a:solidFill>
                  <a:srgbClr val="002060"/>
                </a:solidFill>
              </a:rPr>
              <a:t>của</a:t>
            </a:r>
            <a:r>
              <a:rPr lang="en-US" altLang="en-US" sz="6000" b="1" dirty="0">
                <a:solidFill>
                  <a:srgbClr val="002060"/>
                </a:solidFill>
              </a:rPr>
              <a:t> </a:t>
            </a:r>
            <a:r>
              <a:rPr lang="en-US" altLang="en-US" sz="6000" b="1" dirty="0" err="1">
                <a:solidFill>
                  <a:srgbClr val="002060"/>
                </a:solidFill>
              </a:rPr>
              <a:t>Các</a:t>
            </a:r>
            <a:r>
              <a:rPr lang="en-US" altLang="en-US" sz="6000" b="1" dirty="0">
                <a:solidFill>
                  <a:srgbClr val="002060"/>
                </a:solidFill>
              </a:rPr>
              <a:t> </a:t>
            </a:r>
            <a:r>
              <a:rPr lang="en-US" altLang="en-US" sz="6000" b="1" dirty="0" err="1">
                <a:solidFill>
                  <a:srgbClr val="002060"/>
                </a:solidFill>
              </a:rPr>
              <a:t>Mác</a:t>
            </a:r>
            <a:r>
              <a:rPr lang="en-US" altLang="en-US" sz="6000" b="1" dirty="0">
                <a:solidFill>
                  <a:srgbClr val="002060"/>
                </a:solidFill>
              </a:rPr>
              <a:t> </a:t>
            </a:r>
            <a:r>
              <a:rPr lang="en-US" altLang="en-US" sz="6000" b="1" dirty="0" err="1">
                <a:solidFill>
                  <a:srgbClr val="002060"/>
                </a:solidFill>
              </a:rPr>
              <a:t>về</a:t>
            </a:r>
            <a:r>
              <a:rPr lang="en-US" altLang="en-US" sz="6000" b="1" dirty="0">
                <a:solidFill>
                  <a:srgbClr val="002060"/>
                </a:solidFill>
              </a:rPr>
              <a:t> </a:t>
            </a:r>
            <a:r>
              <a:rPr lang="en-US" altLang="en-US" sz="6000" b="1" dirty="0" err="1">
                <a:solidFill>
                  <a:srgbClr val="002060"/>
                </a:solidFill>
              </a:rPr>
              <a:t>sản</a:t>
            </a:r>
            <a:r>
              <a:rPr lang="en-US" altLang="en-US" sz="6000" b="1" dirty="0">
                <a:solidFill>
                  <a:srgbClr val="002060"/>
                </a:solidFill>
              </a:rPr>
              <a:t> </a:t>
            </a:r>
            <a:r>
              <a:rPr lang="en-US" altLang="en-US" sz="6000" b="1" dirty="0" err="1">
                <a:solidFill>
                  <a:srgbClr val="002060"/>
                </a:solidFill>
              </a:rPr>
              <a:t>xuất</a:t>
            </a:r>
            <a:r>
              <a:rPr lang="en-US" altLang="en-US" sz="6000" b="1" dirty="0">
                <a:solidFill>
                  <a:srgbClr val="002060"/>
                </a:solidFill>
              </a:rPr>
              <a:t> </a:t>
            </a:r>
            <a:r>
              <a:rPr lang="en-US" altLang="en-US" sz="6000" b="1" dirty="0" err="1">
                <a:solidFill>
                  <a:srgbClr val="002060"/>
                </a:solidFill>
              </a:rPr>
              <a:t>hàng</a:t>
            </a:r>
            <a:r>
              <a:rPr lang="en-US" altLang="en-US" sz="6000" b="1" dirty="0">
                <a:solidFill>
                  <a:srgbClr val="002060"/>
                </a:solidFill>
              </a:rPr>
              <a:t> </a:t>
            </a:r>
            <a:r>
              <a:rPr lang="en-US" altLang="en-US" sz="6000" b="1" dirty="0" err="1">
                <a:solidFill>
                  <a:srgbClr val="002060"/>
                </a:solidFill>
              </a:rPr>
              <a:t>hóa</a:t>
            </a:r>
            <a:r>
              <a:rPr lang="en-US" altLang="en-US" sz="6000" b="1" dirty="0">
                <a:solidFill>
                  <a:srgbClr val="002060"/>
                </a:solidFill>
              </a:rPr>
              <a:t> </a:t>
            </a:r>
            <a:r>
              <a:rPr lang="en-US" altLang="en-US" sz="6000" b="1" dirty="0" err="1">
                <a:solidFill>
                  <a:srgbClr val="002060"/>
                </a:solidFill>
              </a:rPr>
              <a:t>và</a:t>
            </a:r>
            <a:r>
              <a:rPr lang="en-US" altLang="en-US" sz="6000" b="1" dirty="0">
                <a:solidFill>
                  <a:srgbClr val="002060"/>
                </a:solidFill>
              </a:rPr>
              <a:t> </a:t>
            </a:r>
            <a:r>
              <a:rPr lang="en-US" altLang="en-US" sz="6000" b="1" dirty="0" err="1">
                <a:solidFill>
                  <a:srgbClr val="002060"/>
                </a:solidFill>
              </a:rPr>
              <a:t>hàng</a:t>
            </a:r>
            <a:r>
              <a:rPr lang="en-US" altLang="en-US" sz="6000" b="1" dirty="0">
                <a:solidFill>
                  <a:srgbClr val="002060"/>
                </a:solidFill>
              </a:rPr>
              <a:t> </a:t>
            </a:r>
            <a:r>
              <a:rPr lang="en-US" altLang="en-US" sz="6000" b="1" dirty="0" err="1">
                <a:solidFill>
                  <a:srgbClr val="002060"/>
                </a:solidFill>
              </a:rPr>
              <a:t>hóa</a:t>
            </a:r>
            <a:endParaRPr lang="en-US" altLang="en-US" sz="6000" b="1" dirty="0">
              <a:solidFill>
                <a:srgbClr val="002060"/>
              </a:solidFill>
            </a:endParaRPr>
          </a:p>
        </p:txBody>
      </p:sp>
      <p:sp>
        <p:nvSpPr>
          <p:cNvPr id="3" name="Freeform 19">
            <a:extLst>
              <a:ext uri="{FF2B5EF4-FFF2-40B4-BE49-F238E27FC236}">
                <a16:creationId xmlns:a16="http://schemas.microsoft.com/office/drawing/2014/main" id="{A7DDD757-E483-C12D-EAFA-08A1595FF437}"/>
              </a:ext>
            </a:extLst>
          </p:cNvPr>
          <p:cNvSpPr/>
          <p:nvPr/>
        </p:nvSpPr>
        <p:spPr>
          <a:xfrm>
            <a:off x="3048000" y="5189608"/>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4" name="Left Brace 3">
            <a:extLst>
              <a:ext uri="{FF2B5EF4-FFF2-40B4-BE49-F238E27FC236}">
                <a16:creationId xmlns:a16="http://schemas.microsoft.com/office/drawing/2014/main" id="{927B9D94-F79E-06DB-0467-42B71E5B1278}"/>
              </a:ext>
            </a:extLst>
          </p:cNvPr>
          <p:cNvSpPr/>
          <p:nvPr/>
        </p:nvSpPr>
        <p:spPr>
          <a:xfrm>
            <a:off x="6095999" y="5189608"/>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 name="Freeform 21">
            <a:extLst>
              <a:ext uri="{FF2B5EF4-FFF2-40B4-BE49-F238E27FC236}">
                <a16:creationId xmlns:a16="http://schemas.microsoft.com/office/drawing/2014/main" id="{1154BF35-E268-05FB-6625-2F63765615EA}"/>
              </a:ext>
            </a:extLst>
          </p:cNvPr>
          <p:cNvSpPr/>
          <p:nvPr/>
        </p:nvSpPr>
        <p:spPr>
          <a:xfrm>
            <a:off x="6949439" y="5189608"/>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a:solidFill>
                  <a:srgbClr val="002060"/>
                </a:solidFill>
              </a:rPr>
              <a:t>SẢN XUẤT HÀNG HÓA</a:t>
            </a:r>
            <a:endParaRPr lang="en-US" sz="5800" kern="1200">
              <a:solidFill>
                <a:srgbClr val="002060"/>
              </a:solidFill>
            </a:endParaRPr>
          </a:p>
        </p:txBody>
      </p:sp>
      <p:sp>
        <p:nvSpPr>
          <p:cNvPr id="8" name="Freeform 22">
            <a:extLst>
              <a:ext uri="{FF2B5EF4-FFF2-40B4-BE49-F238E27FC236}">
                <a16:creationId xmlns:a16="http://schemas.microsoft.com/office/drawing/2014/main" id="{49C94102-4ACC-4084-D402-9B9BABA37B92}"/>
              </a:ext>
            </a:extLst>
          </p:cNvPr>
          <p:cNvSpPr/>
          <p:nvPr/>
        </p:nvSpPr>
        <p:spPr>
          <a:xfrm>
            <a:off x="3048000" y="6687208"/>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9" name="Left Brace 8">
            <a:extLst>
              <a:ext uri="{FF2B5EF4-FFF2-40B4-BE49-F238E27FC236}">
                <a16:creationId xmlns:a16="http://schemas.microsoft.com/office/drawing/2014/main" id="{1B138591-9BD7-518F-9E53-C82743170214}"/>
              </a:ext>
            </a:extLst>
          </p:cNvPr>
          <p:cNvSpPr/>
          <p:nvPr/>
        </p:nvSpPr>
        <p:spPr>
          <a:xfrm>
            <a:off x="6095999" y="6687208"/>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0" name="Freeform 24">
            <a:extLst>
              <a:ext uri="{FF2B5EF4-FFF2-40B4-BE49-F238E27FC236}">
                <a16:creationId xmlns:a16="http://schemas.microsoft.com/office/drawing/2014/main" id="{603D4592-17B4-985B-6C52-4DBF8F46E43D}"/>
              </a:ext>
            </a:extLst>
          </p:cNvPr>
          <p:cNvSpPr/>
          <p:nvPr/>
        </p:nvSpPr>
        <p:spPr>
          <a:xfrm>
            <a:off x="6949439" y="6687208"/>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kern="1200">
                <a:solidFill>
                  <a:srgbClr val="002060"/>
                </a:solidFill>
              </a:rPr>
              <a:t>HÀNG HÓA</a:t>
            </a:r>
          </a:p>
        </p:txBody>
      </p:sp>
      <p:sp>
        <p:nvSpPr>
          <p:cNvPr id="11" name="Freeform 25">
            <a:extLst>
              <a:ext uri="{FF2B5EF4-FFF2-40B4-BE49-F238E27FC236}">
                <a16:creationId xmlns:a16="http://schemas.microsoft.com/office/drawing/2014/main" id="{5C604631-1F9F-1DEF-6AE3-1354A2453A68}"/>
              </a:ext>
            </a:extLst>
          </p:cNvPr>
          <p:cNvSpPr/>
          <p:nvPr/>
        </p:nvSpPr>
        <p:spPr>
          <a:xfrm>
            <a:off x="3048000" y="8184809"/>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12" name="Left Brace 11">
            <a:extLst>
              <a:ext uri="{FF2B5EF4-FFF2-40B4-BE49-F238E27FC236}">
                <a16:creationId xmlns:a16="http://schemas.microsoft.com/office/drawing/2014/main" id="{DFBB67CB-9228-AC3A-FBF8-32EE1457094A}"/>
              </a:ext>
            </a:extLst>
          </p:cNvPr>
          <p:cNvSpPr/>
          <p:nvPr/>
        </p:nvSpPr>
        <p:spPr>
          <a:xfrm>
            <a:off x="6095999" y="8184809"/>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3" name="Freeform 27">
            <a:extLst>
              <a:ext uri="{FF2B5EF4-FFF2-40B4-BE49-F238E27FC236}">
                <a16:creationId xmlns:a16="http://schemas.microsoft.com/office/drawing/2014/main" id="{E124EC16-76A8-723B-DD5E-8CB58BA24177}"/>
              </a:ext>
            </a:extLst>
          </p:cNvPr>
          <p:cNvSpPr/>
          <p:nvPr/>
        </p:nvSpPr>
        <p:spPr>
          <a:xfrm>
            <a:off x="3048000" y="9682409"/>
            <a:ext cx="3048000" cy="1267200"/>
          </a:xfrm>
          <a:custGeom>
            <a:avLst/>
            <a:gdLst>
              <a:gd name="connsiteX0" fmla="*/ 0 w 3048000"/>
              <a:gd name="connsiteY0" fmla="*/ 0 h 1267200"/>
              <a:gd name="connsiteX1" fmla="*/ 3048000 w 3048000"/>
              <a:gd name="connsiteY1" fmla="*/ 0 h 1267200"/>
              <a:gd name="connsiteX2" fmla="*/ 3048000 w 3048000"/>
              <a:gd name="connsiteY2" fmla="*/ 1267200 h 1267200"/>
              <a:gd name="connsiteX3" fmla="*/ 0 w 3048000"/>
              <a:gd name="connsiteY3" fmla="*/ 1267200 h 1267200"/>
              <a:gd name="connsiteX4" fmla="*/ 0 w 304800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267200">
                <a:moveTo>
                  <a:pt x="0" y="0"/>
                </a:moveTo>
                <a:lnTo>
                  <a:pt x="3048000" y="0"/>
                </a:lnTo>
                <a:lnTo>
                  <a:pt x="3048000" y="1267200"/>
                </a:lnTo>
                <a:lnTo>
                  <a:pt x="0" y="12672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2496" tIns="147320" rIns="412496" bIns="147320" numCol="1" spcCol="1270" anchor="ctr" anchorCtr="0">
            <a:noAutofit/>
          </a:bodyPr>
          <a:lstStyle/>
          <a:p>
            <a:pPr lvl="0" algn="r" defTabSz="2578100">
              <a:lnSpc>
                <a:spcPct val="90000"/>
              </a:lnSpc>
              <a:spcBef>
                <a:spcPct val="0"/>
              </a:spcBef>
              <a:spcAft>
                <a:spcPct val="35000"/>
              </a:spcAft>
            </a:pPr>
            <a:endParaRPr lang="en-US" sz="5800" kern="1200">
              <a:solidFill>
                <a:srgbClr val="002060"/>
              </a:solidFill>
            </a:endParaRPr>
          </a:p>
        </p:txBody>
      </p:sp>
      <p:sp>
        <p:nvSpPr>
          <p:cNvPr id="14" name="Left Brace 13">
            <a:extLst>
              <a:ext uri="{FF2B5EF4-FFF2-40B4-BE49-F238E27FC236}">
                <a16:creationId xmlns:a16="http://schemas.microsoft.com/office/drawing/2014/main" id="{BEB5CB83-BCDB-48BF-7289-E09E600CE29E}"/>
              </a:ext>
            </a:extLst>
          </p:cNvPr>
          <p:cNvSpPr/>
          <p:nvPr/>
        </p:nvSpPr>
        <p:spPr>
          <a:xfrm>
            <a:off x="6095999" y="9682409"/>
            <a:ext cx="609600" cy="12672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5" name="Freeform 37">
            <a:extLst>
              <a:ext uri="{FF2B5EF4-FFF2-40B4-BE49-F238E27FC236}">
                <a16:creationId xmlns:a16="http://schemas.microsoft.com/office/drawing/2014/main" id="{A733ADDF-D78A-8489-65BE-F7FF4593A7EB}"/>
              </a:ext>
            </a:extLst>
          </p:cNvPr>
          <p:cNvSpPr/>
          <p:nvPr/>
        </p:nvSpPr>
        <p:spPr>
          <a:xfrm>
            <a:off x="6949439" y="8184809"/>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kern="1200">
                <a:solidFill>
                  <a:srgbClr val="002060"/>
                </a:solidFill>
              </a:rPr>
              <a:t>TIỀN</a:t>
            </a:r>
          </a:p>
        </p:txBody>
      </p:sp>
      <p:sp>
        <p:nvSpPr>
          <p:cNvPr id="16" name="Freeform 38">
            <a:extLst>
              <a:ext uri="{FF2B5EF4-FFF2-40B4-BE49-F238E27FC236}">
                <a16:creationId xmlns:a16="http://schemas.microsoft.com/office/drawing/2014/main" id="{05C88E18-B07A-B9AA-CB35-E95490E9B3A8}"/>
              </a:ext>
            </a:extLst>
          </p:cNvPr>
          <p:cNvSpPr/>
          <p:nvPr/>
        </p:nvSpPr>
        <p:spPr>
          <a:xfrm>
            <a:off x="6949439" y="9682409"/>
            <a:ext cx="8290560" cy="1267200"/>
          </a:xfrm>
          <a:custGeom>
            <a:avLst/>
            <a:gdLst>
              <a:gd name="connsiteX0" fmla="*/ 0 w 8290560"/>
              <a:gd name="connsiteY0" fmla="*/ 0 h 1267200"/>
              <a:gd name="connsiteX1" fmla="*/ 8290560 w 8290560"/>
              <a:gd name="connsiteY1" fmla="*/ 0 h 1267200"/>
              <a:gd name="connsiteX2" fmla="*/ 8290560 w 8290560"/>
              <a:gd name="connsiteY2" fmla="*/ 1267200 h 1267200"/>
              <a:gd name="connsiteX3" fmla="*/ 0 w 8290560"/>
              <a:gd name="connsiteY3" fmla="*/ 1267200 h 1267200"/>
              <a:gd name="connsiteX4" fmla="*/ 0 w 8290560"/>
              <a:gd name="connsiteY4" fmla="*/ 0 h 126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90560" h="1267200">
                <a:moveTo>
                  <a:pt x="0" y="0"/>
                </a:moveTo>
                <a:lnTo>
                  <a:pt x="8290560" y="0"/>
                </a:lnTo>
                <a:lnTo>
                  <a:pt x="8290560" y="1267200"/>
                </a:lnTo>
                <a:lnTo>
                  <a:pt x="0" y="12672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0980" tIns="220980" rIns="220980" bIns="220980" numCol="1" spcCol="1270" anchor="ctr" anchorCtr="0">
            <a:noAutofit/>
          </a:bodyPr>
          <a:lstStyle/>
          <a:p>
            <a:pPr marL="285750" lvl="1" indent="-285750" algn="l" defTabSz="2578100">
              <a:lnSpc>
                <a:spcPct val="90000"/>
              </a:lnSpc>
              <a:spcBef>
                <a:spcPct val="0"/>
              </a:spcBef>
              <a:spcAft>
                <a:spcPct val="15000"/>
              </a:spcAft>
              <a:buChar char="••"/>
            </a:pPr>
            <a:r>
              <a:rPr lang="en-US" sz="5800" kern="1200">
                <a:solidFill>
                  <a:srgbClr val="002060"/>
                </a:solidFill>
              </a:rPr>
              <a:t>DỊCH VỤ VÀ H</a:t>
            </a:r>
            <a:r>
              <a:rPr lang="en-US" sz="5800" kern="1200" baseline="30000">
                <a:solidFill>
                  <a:srgbClr val="002060"/>
                </a:solidFill>
              </a:rPr>
              <a:t>2</a:t>
            </a:r>
            <a:r>
              <a:rPr lang="en-US" sz="5800" kern="1200">
                <a:solidFill>
                  <a:srgbClr val="002060"/>
                </a:solidFill>
              </a:rPr>
              <a:t> ĐẶC BIỆT</a:t>
            </a:r>
          </a:p>
        </p:txBody>
      </p:sp>
      <p:grpSp>
        <p:nvGrpSpPr>
          <p:cNvPr id="17" name="Group 16">
            <a:extLst>
              <a:ext uri="{FF2B5EF4-FFF2-40B4-BE49-F238E27FC236}">
                <a16:creationId xmlns:a16="http://schemas.microsoft.com/office/drawing/2014/main" id="{E2D3C6E5-7E66-4FBC-C791-9279776C4F0F}"/>
              </a:ext>
            </a:extLst>
          </p:cNvPr>
          <p:cNvGrpSpPr/>
          <p:nvPr/>
        </p:nvGrpSpPr>
        <p:grpSpPr>
          <a:xfrm>
            <a:off x="2381250" y="5206507"/>
            <a:ext cx="8620125" cy="3506602"/>
            <a:chOff x="-4905375" y="-524852"/>
            <a:chExt cx="8620125" cy="3506602"/>
          </a:xfrm>
        </p:grpSpPr>
        <p:sp>
          <p:nvSpPr>
            <p:cNvPr id="18" name="Rectangle 17">
              <a:extLst>
                <a:ext uri="{FF2B5EF4-FFF2-40B4-BE49-F238E27FC236}">
                  <a16:creationId xmlns:a16="http://schemas.microsoft.com/office/drawing/2014/main" id="{9C266BCE-4AF8-031F-B549-57BFA854CAE9}"/>
                </a:ext>
              </a:extLst>
            </p:cNvPr>
            <p:cNvSpPr/>
            <p:nvPr/>
          </p:nvSpPr>
          <p:spPr>
            <a:xfrm>
              <a:off x="0" y="1694750"/>
              <a:ext cx="3714750" cy="128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9" name="Rectangle 18">
              <a:extLst>
                <a:ext uri="{FF2B5EF4-FFF2-40B4-BE49-F238E27FC236}">
                  <a16:creationId xmlns:a16="http://schemas.microsoft.com/office/drawing/2014/main" id="{C9CDD432-EEF2-B596-964F-DC1FABD318C5}"/>
                </a:ext>
              </a:extLst>
            </p:cNvPr>
            <p:cNvSpPr/>
            <p:nvPr/>
          </p:nvSpPr>
          <p:spPr>
            <a:xfrm>
              <a:off x="-4905375" y="-524852"/>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2.1.1.</a:t>
              </a:r>
            </a:p>
          </p:txBody>
        </p:sp>
      </p:grpSp>
      <p:sp>
        <p:nvSpPr>
          <p:cNvPr id="20" name="Rectangle 19">
            <a:extLst>
              <a:ext uri="{FF2B5EF4-FFF2-40B4-BE49-F238E27FC236}">
                <a16:creationId xmlns:a16="http://schemas.microsoft.com/office/drawing/2014/main" id="{55FA5D84-C8DB-70A8-5C2D-D5F8FBF05E38}"/>
              </a:ext>
            </a:extLst>
          </p:cNvPr>
          <p:cNvSpPr/>
          <p:nvPr/>
        </p:nvSpPr>
        <p:spPr>
          <a:xfrm>
            <a:off x="2381250" y="6650509"/>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2.1.2.</a:t>
            </a:r>
          </a:p>
        </p:txBody>
      </p:sp>
      <p:sp>
        <p:nvSpPr>
          <p:cNvPr id="21" name="Rectangle 20">
            <a:extLst>
              <a:ext uri="{FF2B5EF4-FFF2-40B4-BE49-F238E27FC236}">
                <a16:creationId xmlns:a16="http://schemas.microsoft.com/office/drawing/2014/main" id="{2C530551-9139-422C-7752-5FAF9038B890}"/>
              </a:ext>
            </a:extLst>
          </p:cNvPr>
          <p:cNvSpPr/>
          <p:nvPr/>
        </p:nvSpPr>
        <p:spPr>
          <a:xfrm>
            <a:off x="2381250" y="8157010"/>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2.1.3.</a:t>
            </a:r>
          </a:p>
        </p:txBody>
      </p:sp>
      <p:sp>
        <p:nvSpPr>
          <p:cNvPr id="22" name="Rectangle 21">
            <a:extLst>
              <a:ext uri="{FF2B5EF4-FFF2-40B4-BE49-F238E27FC236}">
                <a16:creationId xmlns:a16="http://schemas.microsoft.com/office/drawing/2014/main" id="{0F696271-7DF1-398C-C483-D05C208A7ABB}"/>
              </a:ext>
            </a:extLst>
          </p:cNvPr>
          <p:cNvSpPr/>
          <p:nvPr/>
        </p:nvSpPr>
        <p:spPr>
          <a:xfrm>
            <a:off x="2381250" y="9646612"/>
            <a:ext cx="3714750" cy="128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2.1.4.</a:t>
            </a:r>
          </a:p>
        </p:txBody>
      </p:sp>
      <p:pic>
        <p:nvPicPr>
          <p:cNvPr id="23" name="Picture 22">
            <a:extLst>
              <a:ext uri="{FF2B5EF4-FFF2-40B4-BE49-F238E27FC236}">
                <a16:creationId xmlns:a16="http://schemas.microsoft.com/office/drawing/2014/main" id="{D0D96212-07FF-4C7D-B60C-BCA0CB1F7655}"/>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68244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0"/>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1DB285-6CBE-045F-D517-58EF890A8349}"/>
              </a:ext>
            </a:extLst>
          </p:cNvPr>
          <p:cNvSpPr>
            <a:spLocks noChangeArrowheads="1"/>
          </p:cNvSpPr>
          <p:nvPr/>
        </p:nvSpPr>
        <p:spPr bwMode="gray">
          <a:xfrm>
            <a:off x="6705600" y="5105400"/>
            <a:ext cx="10515600" cy="6096000"/>
          </a:xfrm>
          <a:prstGeom prst="rect">
            <a:avLst/>
          </a:prstGeom>
          <a:gradFill rotWithShape="1">
            <a:gsLst>
              <a:gs pos="0">
                <a:srgbClr val="FFFFFF"/>
              </a:gs>
              <a:gs pos="100000">
                <a:srgbClr val="DAE9FA"/>
              </a:gs>
            </a:gsLst>
            <a:lin ang="5400000" scaled="1"/>
          </a:gradFill>
          <a:ln w="9525">
            <a:solidFill>
              <a:srgbClr val="F8F8F8"/>
            </a:solidFill>
            <a:miter lim="800000"/>
            <a:headEnd/>
            <a:tailEnd/>
          </a:ln>
          <a:effectLst>
            <a:outerShdw dist="35921" dir="2700000" algn="ctr" rotWithShape="0">
              <a:srgbClr val="080808">
                <a:alpha val="50000"/>
              </a:srgbClr>
            </a:outerShdw>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3600">
              <a:solidFill>
                <a:srgbClr val="002060"/>
              </a:solidFill>
            </a:endParaRPr>
          </a:p>
        </p:txBody>
      </p:sp>
      <p:sp>
        <p:nvSpPr>
          <p:cNvPr id="7" name="Rectangle 10">
            <a:extLst>
              <a:ext uri="{FF2B5EF4-FFF2-40B4-BE49-F238E27FC236}">
                <a16:creationId xmlns:a16="http://schemas.microsoft.com/office/drawing/2014/main" id="{3857B9CC-9184-0903-EFBA-3FA41A1EE0AD}"/>
              </a:ext>
            </a:extLst>
          </p:cNvPr>
          <p:cNvSpPr>
            <a:spLocks noChangeArrowheads="1"/>
          </p:cNvSpPr>
          <p:nvPr/>
        </p:nvSpPr>
        <p:spPr bwMode="gray">
          <a:xfrm>
            <a:off x="7010400" y="5276851"/>
            <a:ext cx="98552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ClrTx/>
              <a:buFontTx/>
              <a:buNone/>
            </a:pPr>
            <a:r>
              <a:rPr lang="en-US" altLang="en-US" sz="5200" b="1">
                <a:solidFill>
                  <a:srgbClr val="002060"/>
                </a:solidFill>
              </a:rPr>
              <a:t>Theo mục đích sử dụng: TLSX và TLTD;</a:t>
            </a:r>
          </a:p>
          <a:p>
            <a:pPr algn="just" eaLnBrk="1" hangingPunct="1">
              <a:spcBef>
                <a:spcPct val="50000"/>
              </a:spcBef>
              <a:buClrTx/>
              <a:buFontTx/>
              <a:buNone/>
            </a:pPr>
            <a:r>
              <a:rPr lang="en-US" altLang="en-US" sz="5200" b="1">
                <a:solidFill>
                  <a:srgbClr val="002060"/>
                </a:solidFill>
              </a:rPr>
              <a:t>Theo tính đặc biệt: HH đặc biệt và HH thông thường</a:t>
            </a:r>
          </a:p>
          <a:p>
            <a:pPr algn="just" eaLnBrk="1" hangingPunct="1">
              <a:spcBef>
                <a:spcPct val="50000"/>
              </a:spcBef>
              <a:buClrTx/>
              <a:buFontTx/>
              <a:buNone/>
            </a:pPr>
            <a:r>
              <a:rPr lang="en-US" altLang="en-US" sz="5200" b="1">
                <a:solidFill>
                  <a:srgbClr val="002060"/>
                </a:solidFill>
              </a:rPr>
              <a:t>Theo tính chất sử dụng: HH hữu hình và HH vô hình</a:t>
            </a:r>
          </a:p>
        </p:txBody>
      </p:sp>
      <p:sp>
        <p:nvSpPr>
          <p:cNvPr id="23" name="AutoShape 7">
            <a:extLst>
              <a:ext uri="{FF2B5EF4-FFF2-40B4-BE49-F238E27FC236}">
                <a16:creationId xmlns:a16="http://schemas.microsoft.com/office/drawing/2014/main" id="{9801E719-736C-B63E-2F04-C23DF8854F8C}"/>
              </a:ext>
            </a:extLst>
          </p:cNvPr>
          <p:cNvSpPr>
            <a:spLocks noChangeArrowheads="1"/>
          </p:cNvSpPr>
          <p:nvPr/>
        </p:nvSpPr>
        <p:spPr bwMode="gray">
          <a:xfrm>
            <a:off x="4267200" y="2268854"/>
            <a:ext cx="88392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KHÁI NIỆM VÀ PHÂN LOẠI HÀNG HÓA</a:t>
            </a:r>
          </a:p>
        </p:txBody>
      </p:sp>
      <p:graphicFrame>
        <p:nvGraphicFramePr>
          <p:cNvPr id="24" name="Diagram 23">
            <a:extLst>
              <a:ext uri="{FF2B5EF4-FFF2-40B4-BE49-F238E27FC236}">
                <a16:creationId xmlns:a16="http://schemas.microsoft.com/office/drawing/2014/main" id="{5F8925F9-972F-B2F6-3C06-0E5D2243087E}"/>
              </a:ext>
            </a:extLst>
          </p:cNvPr>
          <p:cNvGraphicFramePr/>
          <p:nvPr/>
        </p:nvGraphicFramePr>
        <p:xfrm>
          <a:off x="1060094" y="4953000"/>
          <a:ext cx="5162906" cy="65322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4340CAA3-F41F-4B82-953B-DC36F7E44676}"/>
              </a:ext>
            </a:extLst>
          </p:cNvPr>
          <p:cNvPicPr>
            <a:picLocks noChangeAspect="1"/>
          </p:cNvPicPr>
          <p:nvPr/>
        </p:nvPicPr>
        <p:blipFill>
          <a:blip r:embed="rId7"/>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62286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barn(inVertical)">
                                      <p:cBhvr>
                                        <p:cTn id="24" dur="500"/>
                                        <p:tgtEl>
                                          <p:spTgt spid="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Effect transition="in" filter="barn(inVertical)">
                                      <p:cBhvr>
                                        <p:cTn id="29" dur="500"/>
                                        <p:tgtEl>
                                          <p:spTgt spid="7">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7">
                                            <p:txEl>
                                              <p:pRg st="2" end="2"/>
                                            </p:txEl>
                                          </p:spTgt>
                                        </p:tgtEl>
                                        <p:attrNameLst>
                                          <p:attrName>style.visibility</p:attrName>
                                        </p:attrNameLst>
                                      </p:cBhvr>
                                      <p:to>
                                        <p:strVal val="visible"/>
                                      </p:to>
                                    </p:set>
                                    <p:animEffect transition="in" filter="barn(inVertical)">
                                      <p:cBhvr>
                                        <p:cTn id="34" dur="500"/>
                                        <p:tgtEl>
                                          <p:spTgt spid="7">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randombar(horizontal)">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23" grpId="0" animBg="1"/>
      <p:bldGraphic spid="2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C4956F-F9B3-917A-B911-46B15ACF9587}"/>
              </a:ext>
            </a:extLst>
          </p:cNvPr>
          <p:cNvPicPr>
            <a:picLocks noChangeAspect="1"/>
          </p:cNvPicPr>
          <p:nvPr/>
        </p:nvPicPr>
        <p:blipFill>
          <a:blip r:embed="rId2"/>
          <a:stretch>
            <a:fillRect/>
          </a:stretch>
        </p:blipFill>
        <p:spPr>
          <a:xfrm>
            <a:off x="1676401" y="4800600"/>
            <a:ext cx="4114800" cy="6553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BDEB5D94-E0E8-4A24-5D6B-8C9A9D9B19E6}"/>
              </a:ext>
            </a:extLst>
          </p:cNvPr>
          <p:cNvSpPr txBox="1">
            <a:spLocks noChangeArrowheads="1"/>
          </p:cNvSpPr>
          <p:nvPr/>
        </p:nvSpPr>
        <p:spPr bwMode="auto">
          <a:xfrm>
            <a:off x="6397626" y="4896648"/>
            <a:ext cx="10839165" cy="645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buFont typeface="Wingdings" panose="05000000000000000000" pitchFamily="2" charset="2"/>
              <a:buChar char="§"/>
              <a:defRPr/>
            </a:pPr>
            <a:r>
              <a:rPr lang="vi-VN" sz="4400" b="1">
                <a:solidFill>
                  <a:srgbClr val="002060"/>
                </a:solidFill>
                <a:cs typeface="Arial" panose="020B0604020202020204" pitchFamily="34" charset="0"/>
              </a:rPr>
              <a:t>Là </a:t>
            </a:r>
            <a:r>
              <a:rPr lang="vi-VN" sz="4400" b="1">
                <a:solidFill>
                  <a:srgbClr val="002060"/>
                </a:solidFill>
                <a:highlight>
                  <a:srgbClr val="FFFF00"/>
                </a:highlight>
                <a:cs typeface="Arial" panose="020B0604020202020204" pitchFamily="34" charset="0"/>
              </a:rPr>
              <a:t>công dụng</a:t>
            </a:r>
            <a:r>
              <a:rPr lang="vi-VN" sz="4400" b="1">
                <a:solidFill>
                  <a:srgbClr val="002060"/>
                </a:solidFill>
                <a:cs typeface="Arial" panose="020B0604020202020204" pitchFamily="34" charset="0"/>
              </a:rPr>
              <a:t> của vật phẩm có thể thỏa mãn nhu cầu</a:t>
            </a:r>
            <a:r>
              <a:rPr lang="en-US" sz="4400" b="1">
                <a:solidFill>
                  <a:srgbClr val="002060"/>
                </a:solidFill>
                <a:cs typeface="Arial" panose="020B0604020202020204" pitchFamily="34" charset="0"/>
              </a:rPr>
              <a:t> </a:t>
            </a:r>
            <a:r>
              <a:rPr lang="vi-VN" sz="4400" b="1">
                <a:solidFill>
                  <a:srgbClr val="002060"/>
                </a:solidFill>
                <a:cs typeface="Arial" panose="020B0604020202020204" pitchFamily="34" charset="0"/>
              </a:rPr>
              <a:t>nào đó của con người do thuộc tính tự nhiên quyết định</a:t>
            </a:r>
            <a:r>
              <a:rPr lang="en-US" sz="4400" b="1">
                <a:solidFill>
                  <a:srgbClr val="002060"/>
                </a:solidFill>
                <a:cs typeface="Arial" panose="020B0604020202020204" pitchFamily="34" charset="0"/>
              </a:rPr>
              <a:t>; </a:t>
            </a:r>
          </a:p>
          <a:p>
            <a:pPr marL="571500" indent="-571500" algn="just">
              <a:buFont typeface="Wingdings" panose="05000000000000000000" pitchFamily="2" charset="2"/>
              <a:buChar char="§"/>
              <a:defRPr/>
            </a:pPr>
            <a:r>
              <a:rPr lang="en-US" sz="4400" b="1">
                <a:solidFill>
                  <a:srgbClr val="002060"/>
                </a:solidFill>
                <a:cs typeface="Arial" panose="020B0604020202020204" pitchFamily="34" charset="0"/>
              </a:rPr>
              <a:t>Phụ thuộc vào thuộc tính tự nhiên của </a:t>
            </a:r>
            <a:r>
              <a:rPr lang="en-US" sz="4400" b="1">
                <a:solidFill>
                  <a:srgbClr val="002060"/>
                </a:solidFill>
                <a:highlight>
                  <a:srgbClr val="FFFF00"/>
                </a:highlight>
                <a:cs typeface="Arial" panose="020B0604020202020204" pitchFamily="34" charset="0"/>
              </a:rPr>
              <a:t>nguyên vật liệu</a:t>
            </a:r>
            <a:r>
              <a:rPr lang="en-US" sz="4400" b="1">
                <a:solidFill>
                  <a:srgbClr val="002060"/>
                </a:solidFill>
                <a:cs typeface="Arial" panose="020B0604020202020204" pitchFamily="34" charset="0"/>
              </a:rPr>
              <a:t> và trình độ phát triển của </a:t>
            </a:r>
            <a:r>
              <a:rPr lang="en-US" sz="4400" b="1">
                <a:solidFill>
                  <a:srgbClr val="002060"/>
                </a:solidFill>
                <a:highlight>
                  <a:srgbClr val="FFFF00"/>
                </a:highlight>
                <a:cs typeface="Arial" panose="020B0604020202020204" pitchFamily="34" charset="0"/>
              </a:rPr>
              <a:t>khoa học kỹ thuật</a:t>
            </a:r>
            <a:r>
              <a:rPr lang="vi-VN" sz="4400" b="1">
                <a:solidFill>
                  <a:srgbClr val="002060"/>
                </a:solidFill>
                <a:cs typeface="Arial" panose="020B0604020202020204" pitchFamily="34" charset="0"/>
              </a:rPr>
              <a:t>;</a:t>
            </a:r>
            <a:endParaRPr lang="en-US" sz="4400" b="1">
              <a:solidFill>
                <a:srgbClr val="002060"/>
              </a:solidFill>
              <a:cs typeface="Arial" panose="020B0604020202020204" pitchFamily="34" charset="0"/>
            </a:endParaRPr>
          </a:p>
          <a:p>
            <a:pPr marL="571500" indent="-571500" algn="just">
              <a:buFont typeface="Wingdings" panose="05000000000000000000" pitchFamily="2" charset="2"/>
              <a:buChar char="§"/>
              <a:defRPr/>
            </a:pPr>
            <a:r>
              <a:rPr lang="vi-VN" sz="4400" b="1">
                <a:solidFill>
                  <a:srgbClr val="002060"/>
                </a:solidFill>
                <a:highlight>
                  <a:srgbClr val="FFFF00"/>
                </a:highlight>
                <a:cs typeface="Arial" panose="020B0604020202020204" pitchFamily="34" charset="0"/>
              </a:rPr>
              <a:t>Chất lượng</a:t>
            </a:r>
            <a:r>
              <a:rPr lang="vi-VN" sz="4400" b="1">
                <a:solidFill>
                  <a:srgbClr val="002060"/>
                </a:solidFill>
                <a:cs typeface="Arial" panose="020B0604020202020204" pitchFamily="34" charset="0"/>
              </a:rPr>
              <a:t> hàng hóa là biểu hiện cụ thể của GTSD</a:t>
            </a:r>
            <a:r>
              <a:rPr lang="en-US" sz="4400" b="1">
                <a:solidFill>
                  <a:srgbClr val="002060"/>
                </a:solidFill>
                <a:cs typeface="Arial" panose="020B0604020202020204" pitchFamily="34" charset="0"/>
              </a:rPr>
              <a:t>.</a:t>
            </a:r>
          </a:p>
        </p:txBody>
      </p:sp>
      <p:sp>
        <p:nvSpPr>
          <p:cNvPr id="4" name="AutoShape 5">
            <a:extLst>
              <a:ext uri="{FF2B5EF4-FFF2-40B4-BE49-F238E27FC236}">
                <a16:creationId xmlns:a16="http://schemas.microsoft.com/office/drawing/2014/main" id="{7A390F88-2F2F-7AAF-E103-48D95BA9D8E8}"/>
              </a:ext>
            </a:extLst>
          </p:cNvPr>
          <p:cNvSpPr>
            <a:spLocks noChangeArrowheads="1"/>
          </p:cNvSpPr>
          <p:nvPr/>
        </p:nvSpPr>
        <p:spPr bwMode="gray">
          <a:xfrm>
            <a:off x="12084050" y="3046186"/>
            <a:ext cx="3994149"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GIÁ TRỊ SỬ DỤNG</a:t>
            </a:r>
          </a:p>
        </p:txBody>
      </p:sp>
      <p:sp>
        <p:nvSpPr>
          <p:cNvPr id="5" name="AutoShape 7">
            <a:extLst>
              <a:ext uri="{FF2B5EF4-FFF2-40B4-BE49-F238E27FC236}">
                <a16:creationId xmlns:a16="http://schemas.microsoft.com/office/drawing/2014/main" id="{B71E929E-A49D-52C1-F13A-CDF74D5FB512}"/>
              </a:ext>
            </a:extLst>
          </p:cNvPr>
          <p:cNvSpPr>
            <a:spLocks noChangeArrowheads="1"/>
          </p:cNvSpPr>
          <p:nvPr/>
        </p:nvSpPr>
        <p:spPr bwMode="gray">
          <a:xfrm>
            <a:off x="3124200" y="3020786"/>
            <a:ext cx="7848599"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HAI THUỘC TÍNH CỦA HÀNG HÓA</a:t>
            </a:r>
          </a:p>
        </p:txBody>
      </p:sp>
      <p:pic>
        <p:nvPicPr>
          <p:cNvPr id="6" name="Picture 5">
            <a:extLst>
              <a:ext uri="{FF2B5EF4-FFF2-40B4-BE49-F238E27FC236}">
                <a16:creationId xmlns:a16="http://schemas.microsoft.com/office/drawing/2014/main" id="{094F73C7-E0BC-40BA-9A2E-A32D23841FF4}"/>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415181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par>
                          <p:cTn id="22" fill="hold">
                            <p:stCondLst>
                              <p:cond delay="500"/>
                            </p:stCondLst>
                            <p:childTnLst>
                              <p:par>
                                <p:cTn id="23" presetID="53" presetClass="entr" presetSubtype="16"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barn(inVertical)">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barn(inVertical)">
                                      <p:cBhvr>
                                        <p:cTn id="37" dur="500"/>
                                        <p:tgtEl>
                                          <p:spTgt spid="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Effect transition="in" filter="barn(inVertical)">
                                      <p:cBhvr>
                                        <p:cTn id="4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5827C19-F665-2457-1EEA-579E4F6F15C4}"/>
              </a:ext>
            </a:extLst>
          </p:cNvPr>
          <p:cNvSpPr txBox="1">
            <a:spLocks noChangeArrowheads="1"/>
          </p:cNvSpPr>
          <p:nvPr/>
        </p:nvSpPr>
        <p:spPr bwMode="auto">
          <a:xfrm>
            <a:off x="1676401" y="3581400"/>
            <a:ext cx="15011399" cy="8414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buFont typeface="Wingdings" panose="05000000000000000000" pitchFamily="2" charset="2"/>
              <a:buChar char="§"/>
              <a:defRPr/>
            </a:pPr>
            <a:r>
              <a:rPr lang="en-US" sz="5200" b="1">
                <a:solidFill>
                  <a:srgbClr val="002060"/>
                </a:solidFill>
                <a:cs typeface="Arial" panose="020B0604020202020204" pitchFamily="34" charset="0"/>
              </a:rPr>
              <a:t>Trong kinh tế hàng hóa, GTSD là vật mang </a:t>
            </a:r>
            <a:r>
              <a:rPr lang="en-US" sz="5200" b="1">
                <a:solidFill>
                  <a:srgbClr val="002060"/>
                </a:solidFill>
                <a:highlight>
                  <a:srgbClr val="FFFF00"/>
                </a:highlight>
                <a:cs typeface="Arial" panose="020B0604020202020204" pitchFamily="34" charset="0"/>
              </a:rPr>
              <a:t>GTTĐ</a:t>
            </a:r>
            <a:r>
              <a:rPr lang="en-US" sz="5200" b="1">
                <a:solidFill>
                  <a:srgbClr val="002060"/>
                </a:solidFill>
                <a:cs typeface="Arial" panose="020B0604020202020204" pitchFamily="34" charset="0"/>
              </a:rPr>
              <a:t> </a:t>
            </a:r>
            <a:r>
              <a:rPr lang="en-US" sz="5200" b="1">
                <a:solidFill>
                  <a:srgbClr val="002060"/>
                </a:solidFill>
                <a:cs typeface="Arial" panose="020B0604020202020204" pitchFamily="34" charset="0"/>
                <a:sym typeface="Wingdings" panose="05000000000000000000" pitchFamily="2" charset="2"/>
              </a:rPr>
              <a:t> </a:t>
            </a:r>
            <a:r>
              <a:rPr lang="vi-VN" sz="5200" b="1">
                <a:solidFill>
                  <a:srgbClr val="002060"/>
                </a:solidFill>
                <a:cs typeface="Arial" panose="020B0604020202020204" pitchFamily="34" charset="0"/>
                <a:sym typeface="Wingdings" panose="05000000000000000000" pitchFamily="2" charset="2"/>
              </a:rPr>
              <a:t>GTTĐ là quan hệ tỷ lệ về lượng mà GTSD này trao đổi với GTSD khác</a:t>
            </a:r>
            <a:endParaRPr lang="en-US" sz="5200" b="1">
              <a:solidFill>
                <a:srgbClr val="002060"/>
              </a:solidFill>
              <a:cs typeface="Arial" panose="020B0604020202020204" pitchFamily="34" charset="0"/>
              <a:sym typeface="Wingdings" panose="05000000000000000000" pitchFamily="2" charset="2"/>
            </a:endParaRPr>
          </a:p>
          <a:p>
            <a:pPr marL="571500" indent="-571500" algn="just">
              <a:buFont typeface="Wingdings" panose="05000000000000000000" pitchFamily="2" charset="2"/>
              <a:buChar char="§"/>
              <a:defRPr/>
            </a:pPr>
            <a:r>
              <a:rPr lang="vi-VN" sz="5200" b="1">
                <a:solidFill>
                  <a:srgbClr val="002060"/>
                </a:solidFill>
                <a:cs typeface="Arial" panose="020B0604020202020204" pitchFamily="34" charset="0"/>
              </a:rPr>
              <a:t>Cơ sở của trao đổi: Nếu gạt bỏ GTSD của hàng hóa, mọi hàng hóa đều có một điểm chung là </a:t>
            </a:r>
            <a:r>
              <a:rPr lang="en-US" sz="5200" b="1">
                <a:solidFill>
                  <a:srgbClr val="002060"/>
                </a:solidFill>
                <a:highlight>
                  <a:srgbClr val="FFFF00"/>
                </a:highlight>
                <a:cs typeface="Arial" panose="020B0604020202020204" pitchFamily="34" charset="0"/>
              </a:rPr>
              <a:t>sản phẩm</a:t>
            </a:r>
            <a:r>
              <a:rPr lang="vi-VN" sz="5200" b="1">
                <a:solidFill>
                  <a:srgbClr val="002060"/>
                </a:solidFill>
                <a:highlight>
                  <a:srgbClr val="FFFF00"/>
                </a:highlight>
                <a:cs typeface="Arial" panose="020B0604020202020204" pitchFamily="34" charset="0"/>
              </a:rPr>
              <a:t> của </a:t>
            </a:r>
            <a:r>
              <a:rPr lang="en-US" sz="5200" b="1">
                <a:solidFill>
                  <a:srgbClr val="002060"/>
                </a:solidFill>
                <a:highlight>
                  <a:srgbClr val="FFFF00"/>
                </a:highlight>
                <a:cs typeface="Arial" panose="020B0604020202020204" pitchFamily="34" charset="0"/>
              </a:rPr>
              <a:t>lao động</a:t>
            </a:r>
            <a:r>
              <a:rPr lang="vi-VN" sz="5200" b="1">
                <a:solidFill>
                  <a:srgbClr val="002060"/>
                </a:solidFill>
                <a:cs typeface="Arial" panose="020B0604020202020204" pitchFamily="34" charset="0"/>
              </a:rPr>
              <a:t>, có </a:t>
            </a:r>
            <a:r>
              <a:rPr lang="vi-VN" sz="5200" b="1">
                <a:solidFill>
                  <a:srgbClr val="002060"/>
                </a:solidFill>
                <a:highlight>
                  <a:srgbClr val="FFFF00"/>
                </a:highlight>
                <a:cs typeface="Arial" panose="020B0604020202020204" pitchFamily="34" charset="0"/>
              </a:rPr>
              <a:t>hao phí LĐ kết tinh</a:t>
            </a:r>
            <a:r>
              <a:rPr lang="vi-VN" sz="5200" b="1">
                <a:solidFill>
                  <a:srgbClr val="002060"/>
                </a:solidFill>
                <a:cs typeface="Arial" panose="020B0604020202020204" pitchFamily="34" charset="0"/>
              </a:rPr>
              <a:t> trong đó → hình thành nên giá trị của hàng hóa</a:t>
            </a:r>
          </a:p>
          <a:p>
            <a:pPr algn="just">
              <a:buNone/>
              <a:defRPr/>
            </a:pPr>
            <a:r>
              <a:rPr lang="en-US" sz="5200" b="1">
                <a:solidFill>
                  <a:srgbClr val="002060"/>
                </a:solidFill>
                <a:cs typeface="Arial" panose="020B0604020202020204" pitchFamily="34" charset="0"/>
                <a:sym typeface="Wingdings" panose="05000000000000000000" pitchFamily="2" charset="2"/>
              </a:rPr>
              <a:t> </a:t>
            </a:r>
            <a:r>
              <a:rPr lang="vi-VN" sz="5200" b="1">
                <a:solidFill>
                  <a:srgbClr val="002060"/>
                </a:solidFill>
                <a:cs typeface="Arial" panose="020B0604020202020204" pitchFamily="34" charset="0"/>
              </a:rPr>
              <a:t>Giá trị hàng hóa: </a:t>
            </a:r>
            <a:r>
              <a:rPr lang="vi-VN" sz="5200" b="1">
                <a:solidFill>
                  <a:srgbClr val="FF0000"/>
                </a:solidFill>
                <a:highlight>
                  <a:srgbClr val="FFFF00"/>
                </a:highlight>
                <a:cs typeface="Arial" panose="020B0604020202020204" pitchFamily="34" charset="0"/>
              </a:rPr>
              <a:t>lao động xã hội </a:t>
            </a:r>
            <a:r>
              <a:rPr lang="vi-VN" sz="5200" b="1">
                <a:solidFill>
                  <a:srgbClr val="002060"/>
                </a:solidFill>
                <a:cs typeface="Arial" panose="020B0604020202020204" pitchFamily="34" charset="0"/>
              </a:rPr>
              <a:t>của người sản xuất hàng hoá kết tinh trong hàng hóa.</a:t>
            </a:r>
          </a:p>
        </p:txBody>
      </p:sp>
      <p:sp>
        <p:nvSpPr>
          <p:cNvPr id="7" name="AutoShape 5">
            <a:extLst>
              <a:ext uri="{FF2B5EF4-FFF2-40B4-BE49-F238E27FC236}">
                <a16:creationId xmlns:a16="http://schemas.microsoft.com/office/drawing/2014/main" id="{E9C9B4FE-5626-B639-D8BA-E062662EF4D0}"/>
              </a:ext>
            </a:extLst>
          </p:cNvPr>
          <p:cNvSpPr>
            <a:spLocks noChangeArrowheads="1"/>
          </p:cNvSpPr>
          <p:nvPr/>
        </p:nvSpPr>
        <p:spPr bwMode="gray">
          <a:xfrm>
            <a:off x="12312196" y="2159000"/>
            <a:ext cx="2241549"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GIÁ TRỊ</a:t>
            </a:r>
          </a:p>
        </p:txBody>
      </p:sp>
      <p:sp>
        <p:nvSpPr>
          <p:cNvPr id="8" name="AutoShape 7">
            <a:extLst>
              <a:ext uri="{FF2B5EF4-FFF2-40B4-BE49-F238E27FC236}">
                <a16:creationId xmlns:a16="http://schemas.microsoft.com/office/drawing/2014/main" id="{77114553-DBF2-380C-057F-936AE0B8D897}"/>
              </a:ext>
            </a:extLst>
          </p:cNvPr>
          <p:cNvSpPr>
            <a:spLocks noChangeArrowheads="1"/>
          </p:cNvSpPr>
          <p:nvPr/>
        </p:nvSpPr>
        <p:spPr bwMode="gray">
          <a:xfrm>
            <a:off x="3734255" y="2108200"/>
            <a:ext cx="7848599"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HAI THUỘC TÍNH CỦA HÀNG HÓA</a:t>
            </a:r>
          </a:p>
        </p:txBody>
      </p:sp>
      <p:pic>
        <p:nvPicPr>
          <p:cNvPr id="5" name="Picture 4">
            <a:extLst>
              <a:ext uri="{FF2B5EF4-FFF2-40B4-BE49-F238E27FC236}">
                <a16:creationId xmlns:a16="http://schemas.microsoft.com/office/drawing/2014/main" id="{0063F416-3EFC-4F95-ABF0-90AC3D0BEF8C}"/>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520587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barn(inVertical)">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barn(inVertical)">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barn(inVertical)">
                                      <p:cBhvr>
                                        <p:cTn id="3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DD4D17-DBBD-49F7-5193-F26D02DE0D36}"/>
              </a:ext>
            </a:extLst>
          </p:cNvPr>
          <p:cNvSpPr txBox="1">
            <a:spLocks noChangeArrowheads="1"/>
          </p:cNvSpPr>
          <p:nvPr/>
        </p:nvSpPr>
        <p:spPr bwMode="auto">
          <a:xfrm>
            <a:off x="7620000" y="3581400"/>
            <a:ext cx="9067800" cy="85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buFont typeface="Wingdings" panose="05000000000000000000" pitchFamily="2" charset="2"/>
              <a:buChar char="§"/>
              <a:defRPr/>
            </a:pPr>
            <a:r>
              <a:rPr lang="vi-VN" sz="4800" b="1">
                <a:solidFill>
                  <a:srgbClr val="002060"/>
                </a:solidFill>
                <a:cs typeface="Arial" panose="020B0604020202020204" pitchFamily="34" charset="0"/>
              </a:rPr>
              <a:t>Là thuộc tính bên trong của H², là </a:t>
            </a:r>
            <a:r>
              <a:rPr lang="vi-VN" sz="4800" b="1">
                <a:solidFill>
                  <a:srgbClr val="002060"/>
                </a:solidFill>
                <a:highlight>
                  <a:srgbClr val="FFFF00"/>
                </a:highlight>
                <a:cs typeface="Arial" panose="020B0604020202020204" pitchFamily="34" charset="0"/>
              </a:rPr>
              <a:t>nội dung, cơ sở</a:t>
            </a:r>
            <a:r>
              <a:rPr lang="vi-VN" sz="4800" b="1">
                <a:solidFill>
                  <a:srgbClr val="002060"/>
                </a:solidFill>
                <a:cs typeface="Arial" panose="020B0604020202020204" pitchFamily="34" charset="0"/>
              </a:rPr>
              <a:t> của trao đổi và biểu hiện ra ở giá trị trao đổi</a:t>
            </a:r>
            <a:endParaRPr lang="en-US" sz="4800" b="1">
              <a:solidFill>
                <a:srgbClr val="002060"/>
              </a:solidFill>
              <a:cs typeface="Arial" panose="020B0604020202020204" pitchFamily="34" charset="0"/>
            </a:endParaRPr>
          </a:p>
          <a:p>
            <a:pPr marL="571500" indent="-571500" algn="just">
              <a:buFont typeface="Wingdings" panose="05000000000000000000" pitchFamily="2" charset="2"/>
              <a:buChar char="§"/>
              <a:defRPr/>
            </a:pPr>
            <a:r>
              <a:rPr lang="vi-VN" sz="4800" b="1">
                <a:solidFill>
                  <a:srgbClr val="002060"/>
                </a:solidFill>
                <a:cs typeface="Arial" panose="020B0604020202020204" pitchFamily="34" charset="0"/>
              </a:rPr>
              <a:t>Khi tiền tệ ra đời, giá trị biểu hiện ra bằng </a:t>
            </a:r>
            <a:r>
              <a:rPr lang="vi-VN" sz="4800" b="1">
                <a:solidFill>
                  <a:srgbClr val="002060"/>
                </a:solidFill>
                <a:highlight>
                  <a:srgbClr val="FFFF00"/>
                </a:highlight>
                <a:cs typeface="Arial" panose="020B0604020202020204" pitchFamily="34" charset="0"/>
              </a:rPr>
              <a:t>tiền</a:t>
            </a:r>
            <a:r>
              <a:rPr lang="vi-VN" sz="4800" b="1">
                <a:solidFill>
                  <a:srgbClr val="002060"/>
                </a:solidFill>
                <a:cs typeface="Arial" panose="020B0604020202020204" pitchFamily="34" charset="0"/>
              </a:rPr>
              <a:t> gọi là </a:t>
            </a:r>
            <a:r>
              <a:rPr lang="vi-VN" sz="4800" b="1">
                <a:solidFill>
                  <a:srgbClr val="002060"/>
                </a:solidFill>
                <a:highlight>
                  <a:srgbClr val="FFFF00"/>
                </a:highlight>
                <a:cs typeface="Arial" panose="020B0604020202020204" pitchFamily="34" charset="0"/>
              </a:rPr>
              <a:t>giá cả</a:t>
            </a:r>
            <a:endParaRPr lang="en-US" sz="4800" b="1">
              <a:solidFill>
                <a:srgbClr val="002060"/>
              </a:solidFill>
              <a:highlight>
                <a:srgbClr val="FFFF00"/>
              </a:highlight>
              <a:cs typeface="Arial" panose="020B0604020202020204" pitchFamily="34" charset="0"/>
            </a:endParaRPr>
          </a:p>
          <a:p>
            <a:pPr marL="571500" indent="-571500" algn="just">
              <a:buFont typeface="Wingdings" panose="05000000000000000000" pitchFamily="2" charset="2"/>
              <a:buChar char="§"/>
              <a:defRPr/>
            </a:pPr>
            <a:r>
              <a:rPr lang="vi-VN" sz="4800" b="1">
                <a:solidFill>
                  <a:srgbClr val="002060"/>
                </a:solidFill>
                <a:cs typeface="Arial" panose="020B0604020202020204" pitchFamily="34" charset="0"/>
              </a:rPr>
              <a:t>Là </a:t>
            </a:r>
            <a:r>
              <a:rPr lang="vi-VN" sz="4800" b="1">
                <a:solidFill>
                  <a:srgbClr val="002060"/>
                </a:solidFill>
                <a:highlight>
                  <a:srgbClr val="FFFF00"/>
                </a:highlight>
                <a:cs typeface="Arial" panose="020B0604020202020204" pitchFamily="34" charset="0"/>
              </a:rPr>
              <a:t>phạm trù lịch sử</a:t>
            </a:r>
            <a:r>
              <a:rPr lang="vi-VN" sz="4800" b="1">
                <a:solidFill>
                  <a:srgbClr val="002060"/>
                </a:solidFill>
                <a:cs typeface="Arial" panose="020B0604020202020204" pitchFamily="34" charset="0"/>
              </a:rPr>
              <a:t>, thể hiện mối quan hệ giữa những người sản xuất hàng hóa</a:t>
            </a:r>
            <a:endParaRPr lang="en-US" sz="4800" b="1">
              <a:solidFill>
                <a:srgbClr val="002060"/>
              </a:solidFill>
              <a:cs typeface="Arial" panose="020B0604020202020204" pitchFamily="34" charset="0"/>
            </a:endParaRPr>
          </a:p>
        </p:txBody>
      </p:sp>
      <p:sp>
        <p:nvSpPr>
          <p:cNvPr id="3" name="AutoShape 5">
            <a:extLst>
              <a:ext uri="{FF2B5EF4-FFF2-40B4-BE49-F238E27FC236}">
                <a16:creationId xmlns:a16="http://schemas.microsoft.com/office/drawing/2014/main" id="{1EDF4940-9525-316E-FC0E-7288D4674AA6}"/>
              </a:ext>
            </a:extLst>
          </p:cNvPr>
          <p:cNvSpPr>
            <a:spLocks noChangeArrowheads="1"/>
          </p:cNvSpPr>
          <p:nvPr/>
        </p:nvSpPr>
        <p:spPr bwMode="gray">
          <a:xfrm>
            <a:off x="12465051" y="2108200"/>
            <a:ext cx="2241549"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GIÁ TRỊ</a:t>
            </a:r>
          </a:p>
        </p:txBody>
      </p:sp>
      <p:sp>
        <p:nvSpPr>
          <p:cNvPr id="4" name="AutoShape 7">
            <a:extLst>
              <a:ext uri="{FF2B5EF4-FFF2-40B4-BE49-F238E27FC236}">
                <a16:creationId xmlns:a16="http://schemas.microsoft.com/office/drawing/2014/main" id="{C91EF9CB-4C51-C550-1D18-CD6E4E17D0DA}"/>
              </a:ext>
            </a:extLst>
          </p:cNvPr>
          <p:cNvSpPr>
            <a:spLocks noChangeArrowheads="1"/>
          </p:cNvSpPr>
          <p:nvPr/>
        </p:nvSpPr>
        <p:spPr bwMode="gray">
          <a:xfrm>
            <a:off x="3717926" y="2080986"/>
            <a:ext cx="7924799"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HAI THUỘC TÍNH CỦA HÀNG HÓA</a:t>
            </a:r>
          </a:p>
        </p:txBody>
      </p:sp>
      <p:pic>
        <p:nvPicPr>
          <p:cNvPr id="5" name="Picture 4">
            <a:extLst>
              <a:ext uri="{FF2B5EF4-FFF2-40B4-BE49-F238E27FC236}">
                <a16:creationId xmlns:a16="http://schemas.microsoft.com/office/drawing/2014/main" id="{63D0B86E-593A-E9B0-53A4-58A24FD84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0" y="3962400"/>
            <a:ext cx="5314950" cy="7848600"/>
          </a:xfrm>
          <a:prstGeom prst="rect">
            <a:avLst/>
          </a:prstGeom>
        </p:spPr>
      </p:pic>
      <p:pic>
        <p:nvPicPr>
          <p:cNvPr id="6" name="Picture 5">
            <a:extLst>
              <a:ext uri="{FF2B5EF4-FFF2-40B4-BE49-F238E27FC236}">
                <a16:creationId xmlns:a16="http://schemas.microsoft.com/office/drawing/2014/main" id="{CF242871-B818-4A97-9865-876397739230}"/>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57827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22" presetClass="entr" presetSubtype="4"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Effect transition="in" filter="wipe(down)">
                                      <p:cBhvr>
                                        <p:cTn id="22" dur="500"/>
                                        <p:tgtEl>
                                          <p:spTgt spid="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Effect transition="in" filter="wipe(down)">
                                      <p:cBhvr>
                                        <p:cTn id="27" dur="500"/>
                                        <p:tgtEl>
                                          <p:spTgt spid="2">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xEl>
                                              <p:pRg st="2" end="2"/>
                                            </p:txEl>
                                          </p:spTgt>
                                        </p:tgtEl>
                                        <p:attrNameLst>
                                          <p:attrName>style.visibility</p:attrName>
                                        </p:attrNameLst>
                                      </p:cBhvr>
                                      <p:to>
                                        <p:strVal val="visible"/>
                                      </p:to>
                                    </p:set>
                                    <p:animEffect transition="in" filter="wipe(down)">
                                      <p:cBhvr>
                                        <p:cTn id="3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a:extLst>
              <a:ext uri="{FF2B5EF4-FFF2-40B4-BE49-F238E27FC236}">
                <a16:creationId xmlns:a16="http://schemas.microsoft.com/office/drawing/2014/main" id="{86F8BBA6-EA89-53F0-BC6D-8D103DF07860}"/>
              </a:ext>
            </a:extLst>
          </p:cNvPr>
          <p:cNvSpPr>
            <a:spLocks noChangeArrowheads="1"/>
          </p:cNvSpPr>
          <p:nvPr/>
        </p:nvSpPr>
        <p:spPr bwMode="ltGray">
          <a:xfrm>
            <a:off x="1651598" y="10513874"/>
            <a:ext cx="1524000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pPr>
            <a:r>
              <a:rPr lang="en-US" altLang="en-US" sz="3600" b="1">
                <a:solidFill>
                  <a:srgbClr val="002060"/>
                </a:solidFill>
                <a:ea typeface="MS PGothic" panose="020B0600070205080204" pitchFamily="34" charset="-128"/>
                <a:sym typeface="Wingdings" panose="05000000000000000000" pitchFamily="2" charset="2"/>
              </a:rPr>
              <a:t> </a:t>
            </a:r>
            <a:r>
              <a:rPr lang="en-US" altLang="en-US" sz="3600" b="1">
                <a:solidFill>
                  <a:srgbClr val="002060"/>
                </a:solidFill>
                <a:ea typeface="MS PGothic" panose="020B0600070205080204" pitchFamily="34" charset="-128"/>
              </a:rPr>
              <a:t>trước khi thực hiện giá trị sử dụng, phải trả giá trị của nó. Nếu không thực hiện được giá trị sẽ không thực hiện được giá trị sử dụng</a:t>
            </a:r>
            <a:endParaRPr lang="fr-CA" altLang="en-US" sz="3600" b="1">
              <a:solidFill>
                <a:srgbClr val="002060"/>
              </a:solidFill>
              <a:ea typeface="MS PGothic" panose="020B0600070205080204" pitchFamily="34" charset="-128"/>
            </a:endParaRPr>
          </a:p>
        </p:txBody>
      </p:sp>
      <p:graphicFrame>
        <p:nvGraphicFramePr>
          <p:cNvPr id="7" name="Group 81">
            <a:extLst>
              <a:ext uri="{FF2B5EF4-FFF2-40B4-BE49-F238E27FC236}">
                <a16:creationId xmlns:a16="http://schemas.microsoft.com/office/drawing/2014/main" id="{B7939870-72ED-0C65-3588-1FD0795032B6}"/>
              </a:ext>
            </a:extLst>
          </p:cNvPr>
          <p:cNvGraphicFramePr>
            <a:graphicFrameLocks noGrp="1"/>
          </p:cNvGraphicFramePr>
          <p:nvPr/>
        </p:nvGraphicFramePr>
        <p:xfrm>
          <a:off x="1752597" y="7586877"/>
          <a:ext cx="15122528" cy="2139950"/>
        </p:xfrm>
        <a:graphic>
          <a:graphicData uri="http://schemas.openxmlformats.org/drawingml/2006/table">
            <a:tbl>
              <a:tblPr/>
              <a:tblGrid>
                <a:gridCol w="7561264">
                  <a:extLst>
                    <a:ext uri="{9D8B030D-6E8A-4147-A177-3AD203B41FA5}">
                      <a16:colId xmlns:a16="http://schemas.microsoft.com/office/drawing/2014/main" val="20000"/>
                    </a:ext>
                  </a:extLst>
                </a:gridCol>
                <a:gridCol w="7561264">
                  <a:extLst>
                    <a:ext uri="{9D8B030D-6E8A-4147-A177-3AD203B41FA5}">
                      <a16:colId xmlns:a16="http://schemas.microsoft.com/office/drawing/2014/main" val="20001"/>
                    </a:ext>
                  </a:extLst>
                </a:gridCol>
              </a:tblGrid>
              <a:tr h="587036">
                <a:tc>
                  <a:txBody>
                    <a:body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en-US" sz="3600" b="1" i="0" u="none" strike="noStrike" cap="none" normalizeH="0" baseline="0">
                          <a:ln>
                            <a:noFill/>
                          </a:ln>
                          <a:solidFill>
                            <a:srgbClr val="FF0000"/>
                          </a:solidFill>
                          <a:effectLst/>
                          <a:latin typeface="Arial" charset="0"/>
                          <a:ea typeface="+mn-ea"/>
                          <a:cs typeface="+mn-cs"/>
                        </a:rPr>
                        <a:t>GIÁ TRỊ</a:t>
                      </a:r>
                      <a:endParaRPr kumimoji="0" lang="en-US" sz="3600" b="1" i="0" u="none" strike="noStrike" cap="none" normalizeH="0" baseline="0">
                        <a:ln>
                          <a:noFill/>
                        </a:ln>
                        <a:solidFill>
                          <a:srgbClr val="FF0000"/>
                        </a:solidFill>
                        <a:effectLst/>
                        <a:latin typeface="Calibri" pitchFamily="34" charset="0"/>
                        <a:ea typeface="Calibri" pitchFamily="34" charset="0"/>
                        <a:cs typeface="Times New Roman" pitchFamily="18" charset="0"/>
                      </a:endParaRPr>
                    </a:p>
                  </a:txBody>
                  <a:tcPr marL="137160" marR="1371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en-US" sz="3600" b="1" i="0" u="none" strike="noStrike" cap="none" normalizeH="0" baseline="0">
                          <a:ln>
                            <a:noFill/>
                          </a:ln>
                          <a:solidFill>
                            <a:srgbClr val="FF0000"/>
                          </a:solidFill>
                          <a:effectLst/>
                          <a:latin typeface="Arial" charset="0"/>
                        </a:rPr>
                        <a:t>GIÁ TRỊ SỬ DỤNG</a:t>
                      </a:r>
                      <a:endParaRPr kumimoji="0" lang="en-US" sz="3600" b="1" i="0" u="none" strike="noStrike" cap="none" normalizeH="0" baseline="0">
                        <a:ln>
                          <a:noFill/>
                        </a:ln>
                        <a:solidFill>
                          <a:srgbClr val="FF0000"/>
                        </a:solidFill>
                        <a:effectLst/>
                        <a:latin typeface="Calibri" pitchFamily="34" charset="0"/>
                        <a:ea typeface="Calibri" pitchFamily="34" charset="0"/>
                        <a:cs typeface="Times New Roman" pitchFamily="18" charset="0"/>
                      </a:endParaRPr>
                    </a:p>
                  </a:txBody>
                  <a:tcPr marL="137160" marR="1371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5976">
                <a:tc>
                  <a:txBody>
                    <a:body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vi-VN" sz="3600" b="1" i="0" u="none" strike="noStrike" cap="none" normalizeH="0" baseline="0">
                          <a:ln>
                            <a:noFill/>
                          </a:ln>
                          <a:solidFill>
                            <a:schemeClr val="accent1"/>
                          </a:solidFill>
                          <a:effectLst/>
                          <a:latin typeface="+mn-lt"/>
                          <a:ea typeface="Calibri" pitchFamily="34" charset="0"/>
                          <a:cs typeface="Times New Roman" pitchFamily="18" charset="0"/>
                        </a:rPr>
                        <a:t>Mục đích của người SX</a:t>
                      </a:r>
                      <a:endParaRPr kumimoji="0" lang="en-US" sz="3600" b="1" i="0" u="none" strike="noStrike" cap="none" normalizeH="0" baseline="0">
                        <a:ln>
                          <a:noFill/>
                        </a:ln>
                        <a:solidFill>
                          <a:schemeClr val="accent1"/>
                        </a:solidFill>
                        <a:effectLst/>
                        <a:latin typeface="+mn-lt"/>
                        <a:ea typeface="Calibri" pitchFamily="34" charset="0"/>
                        <a:cs typeface="Times New Roman" pitchFamily="18" charset="0"/>
                      </a:endParaRPr>
                    </a:p>
                  </a:txBody>
                  <a:tcPr marL="137160" marR="1371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vi-VN" sz="3600" b="1" i="0" u="none" strike="noStrike" cap="none" normalizeH="0" baseline="0">
                          <a:ln>
                            <a:noFill/>
                          </a:ln>
                          <a:solidFill>
                            <a:schemeClr val="accent1"/>
                          </a:solidFill>
                          <a:effectLst/>
                          <a:latin typeface="Arial" charset="0"/>
                        </a:rPr>
                        <a:t>Mục đích của người tiêu dùng</a:t>
                      </a:r>
                      <a:endParaRPr kumimoji="0" lang="en-US" sz="3600" b="1" i="0" u="none" strike="noStrike" cap="none" normalizeH="0" baseline="0">
                        <a:ln>
                          <a:noFill/>
                        </a:ln>
                        <a:solidFill>
                          <a:schemeClr val="accent1"/>
                        </a:solidFill>
                        <a:effectLst/>
                        <a:latin typeface="Arial" charset="0"/>
                      </a:endParaRPr>
                    </a:p>
                  </a:txBody>
                  <a:tcPr marL="137160" marR="1371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6938">
                <a:tc>
                  <a:txBody>
                    <a:body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en-US" sz="3600" b="1" i="0" u="none" strike="noStrike" cap="none" normalizeH="0" baseline="0">
                          <a:ln>
                            <a:noFill/>
                          </a:ln>
                          <a:solidFill>
                            <a:schemeClr val="accent1"/>
                          </a:solidFill>
                          <a:effectLst/>
                          <a:latin typeface="Arial" charset="0"/>
                        </a:rPr>
                        <a:t>Thực hiện trước</a:t>
                      </a:r>
                      <a:endParaRPr kumimoji="0" lang="vi-VN" sz="3600" b="1" i="0" u="none" strike="noStrike" cap="none" normalizeH="0" baseline="0">
                        <a:ln>
                          <a:noFill/>
                        </a:ln>
                        <a:solidFill>
                          <a:schemeClr val="accent1"/>
                        </a:solidFill>
                        <a:effectLst/>
                        <a:latin typeface="Arial" charset="0"/>
                      </a:endParaRPr>
                    </a:p>
                  </a:txBody>
                  <a:tcPr marL="137160" marR="1371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7000"/>
                        </a:lnSpc>
                        <a:spcBef>
                          <a:spcPct val="0"/>
                        </a:spcBef>
                        <a:spcAft>
                          <a:spcPct val="0"/>
                        </a:spcAft>
                        <a:buClrTx/>
                        <a:buSzTx/>
                        <a:buFontTx/>
                        <a:buNone/>
                        <a:tabLst/>
                      </a:pPr>
                      <a:r>
                        <a:rPr kumimoji="0" lang="en-US" sz="3600" b="1" i="0" u="none" strike="noStrike" cap="none" normalizeH="0" baseline="0">
                          <a:ln>
                            <a:noFill/>
                          </a:ln>
                          <a:solidFill>
                            <a:schemeClr val="accent1"/>
                          </a:solidFill>
                          <a:effectLst/>
                          <a:latin typeface="Arial" charset="0"/>
                        </a:rPr>
                        <a:t>Thực hiện sau</a:t>
                      </a:r>
                      <a:endParaRPr kumimoji="0" lang="vi-VN" sz="3600" b="1" i="0" u="none" strike="noStrike" cap="none" normalizeH="0" baseline="0">
                        <a:ln>
                          <a:noFill/>
                        </a:ln>
                        <a:solidFill>
                          <a:schemeClr val="accent1"/>
                        </a:solidFill>
                        <a:effectLst/>
                        <a:latin typeface="Arial" charset="0"/>
                      </a:endParaRPr>
                    </a:p>
                  </a:txBody>
                  <a:tcPr marL="137160" marR="13716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AutoShape 5">
            <a:extLst>
              <a:ext uri="{FF2B5EF4-FFF2-40B4-BE49-F238E27FC236}">
                <a16:creationId xmlns:a16="http://schemas.microsoft.com/office/drawing/2014/main" id="{3A1E7E74-4405-86AB-98C6-C5A7C05BB881}"/>
              </a:ext>
            </a:extLst>
          </p:cNvPr>
          <p:cNvSpPr>
            <a:spLocks noChangeArrowheads="1"/>
          </p:cNvSpPr>
          <p:nvPr/>
        </p:nvSpPr>
        <p:spPr bwMode="gray">
          <a:xfrm>
            <a:off x="9881051" y="3507101"/>
            <a:ext cx="7280278"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MỐI QUAN HỆ GIỮA 2 THUỘC TÍNH</a:t>
            </a:r>
          </a:p>
        </p:txBody>
      </p:sp>
      <p:sp>
        <p:nvSpPr>
          <p:cNvPr id="9" name="AutoShape 7">
            <a:extLst>
              <a:ext uri="{FF2B5EF4-FFF2-40B4-BE49-F238E27FC236}">
                <a16:creationId xmlns:a16="http://schemas.microsoft.com/office/drawing/2014/main" id="{AB97FF75-1A74-9B9B-913E-A325575788BB}"/>
              </a:ext>
            </a:extLst>
          </p:cNvPr>
          <p:cNvSpPr>
            <a:spLocks noChangeArrowheads="1"/>
          </p:cNvSpPr>
          <p:nvPr/>
        </p:nvSpPr>
        <p:spPr bwMode="gray">
          <a:xfrm>
            <a:off x="4191000" y="2162538"/>
            <a:ext cx="7883521"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HAI THUỘC TÍNH CỦA HÀNG HÓA</a:t>
            </a:r>
          </a:p>
        </p:txBody>
      </p:sp>
      <p:sp>
        <p:nvSpPr>
          <p:cNvPr id="10" name="Rectangle 9">
            <a:extLst>
              <a:ext uri="{FF2B5EF4-FFF2-40B4-BE49-F238E27FC236}">
                <a16:creationId xmlns:a16="http://schemas.microsoft.com/office/drawing/2014/main" id="{6B5136BB-81A0-1269-4B7B-1B58BAD4822B}"/>
              </a:ext>
            </a:extLst>
          </p:cNvPr>
          <p:cNvSpPr/>
          <p:nvPr/>
        </p:nvSpPr>
        <p:spPr>
          <a:xfrm>
            <a:off x="1676400" y="4621427"/>
            <a:ext cx="15122528" cy="2308324"/>
          </a:xfrm>
          <a:prstGeom prst="rect">
            <a:avLst/>
          </a:prstGeom>
        </p:spPr>
        <p:txBody>
          <a:bodyPr wrap="square">
            <a:spAutoFit/>
          </a:bodyPr>
          <a:lstStyle/>
          <a:p>
            <a:pPr algn="just">
              <a:defRPr/>
            </a:pPr>
            <a:r>
              <a:rPr lang="en-US" sz="3600" b="1">
                <a:solidFill>
                  <a:srgbClr val="002060"/>
                </a:solidFill>
                <a:latin typeface="Arial" panose="020B0604020202020204" pitchFamily="34" charset="0"/>
                <a:cs typeface="Arial" panose="020B0604020202020204" pitchFamily="34" charset="0"/>
              </a:rPr>
              <a:t>GTSD và GT cùng tồn tại trong một thể thống nhất, đã là hàng hóa thì phải có đủ 2 thuộc tính, nhưng đó là </a:t>
            </a:r>
            <a:r>
              <a:rPr lang="en-US" sz="3600" b="1">
                <a:solidFill>
                  <a:srgbClr val="002060"/>
                </a:solidFill>
                <a:highlight>
                  <a:srgbClr val="00FF00"/>
                </a:highlight>
                <a:latin typeface="Arial" panose="020B0604020202020204" pitchFamily="34" charset="0"/>
                <a:cs typeface="Arial" panose="020B0604020202020204" pitchFamily="34" charset="0"/>
              </a:rPr>
              <a:t>sự thống nhất giữa hai mặt đối lập</a:t>
            </a:r>
            <a:r>
              <a:rPr lang="en-US" sz="3600" b="1">
                <a:solidFill>
                  <a:srgbClr val="002060"/>
                </a:solidFill>
                <a:latin typeface="Arial" panose="020B0604020202020204" pitchFamily="34" charset="0"/>
                <a:cs typeface="Arial" panose="020B0604020202020204" pitchFamily="34" charset="0"/>
              </a:rPr>
              <a:t>, biểu hiện ra bên ngoài là mâu thuẫn giữa: </a:t>
            </a:r>
          </a:p>
          <a:p>
            <a:pPr algn="just">
              <a:defRPr/>
            </a:pPr>
            <a:r>
              <a:rPr lang="en-US" sz="3600" b="1">
                <a:solidFill>
                  <a:srgbClr val="002060"/>
                </a:solidFill>
                <a:latin typeface="Arial" panose="020B0604020202020204" pitchFamily="34" charset="0"/>
                <a:cs typeface="Arial" panose="020B0604020202020204" pitchFamily="34" charset="0"/>
              </a:rPr>
              <a:t>			CHẤT LƯỢNG &gt;&lt; GIÁ CẢ</a:t>
            </a:r>
          </a:p>
        </p:txBody>
      </p:sp>
      <p:pic>
        <p:nvPicPr>
          <p:cNvPr id="11" name="Picture 10">
            <a:extLst>
              <a:ext uri="{FF2B5EF4-FFF2-40B4-BE49-F238E27FC236}">
                <a16:creationId xmlns:a16="http://schemas.microsoft.com/office/drawing/2014/main" id="{C3D5719D-7B50-451A-A253-26B4068C4F90}"/>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411038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ox(in)">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6521CA-B638-9C8B-04AE-52E069814F3C}"/>
              </a:ext>
            </a:extLst>
          </p:cNvPr>
          <p:cNvPicPr>
            <a:picLocks noChangeAspect="1"/>
          </p:cNvPicPr>
          <p:nvPr/>
        </p:nvPicPr>
        <p:blipFill>
          <a:blip r:embed="rId2"/>
          <a:stretch>
            <a:fillRect/>
          </a:stretch>
        </p:blipFill>
        <p:spPr>
          <a:xfrm>
            <a:off x="1676400" y="5029200"/>
            <a:ext cx="5943600" cy="67229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 Box 24">
            <a:extLst>
              <a:ext uri="{FF2B5EF4-FFF2-40B4-BE49-F238E27FC236}">
                <a16:creationId xmlns:a16="http://schemas.microsoft.com/office/drawing/2014/main" id="{6452FD64-962F-ED40-17D5-A0589DEBDEA5}"/>
              </a:ext>
            </a:extLst>
          </p:cNvPr>
          <p:cNvSpPr txBox="1">
            <a:spLocks noChangeArrowheads="1"/>
          </p:cNvSpPr>
          <p:nvPr/>
        </p:nvSpPr>
        <p:spPr bwMode="black">
          <a:xfrm>
            <a:off x="8077200" y="5047595"/>
            <a:ext cx="8534400" cy="6740307"/>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buClrTx/>
              <a:buFont typeface="Wingdings" panose="05000000000000000000" pitchFamily="2" charset="2"/>
              <a:buChar char="§"/>
            </a:pPr>
            <a:r>
              <a:rPr lang="vi-VN" altLang="en-US" sz="5400" b="1">
                <a:solidFill>
                  <a:srgbClr val="002060"/>
                </a:solidFill>
              </a:rPr>
              <a:t>Lđ được </a:t>
            </a:r>
            <a:r>
              <a:rPr lang="vi-VN" altLang="en-US" sz="5400" b="1">
                <a:solidFill>
                  <a:srgbClr val="FF0000"/>
                </a:solidFill>
                <a:highlight>
                  <a:srgbClr val="FFFF00"/>
                </a:highlight>
              </a:rPr>
              <a:t>hao phí dưới 1 hình thức cụ thể </a:t>
            </a:r>
            <a:r>
              <a:rPr lang="vi-VN" altLang="en-US" sz="5400" b="1">
                <a:solidFill>
                  <a:srgbClr val="002060"/>
                </a:solidFill>
              </a:rPr>
              <a:t>nhất định.</a:t>
            </a:r>
          </a:p>
          <a:p>
            <a:pPr algn="just">
              <a:spcBef>
                <a:spcPct val="50000"/>
              </a:spcBef>
              <a:buClrTx/>
              <a:buFont typeface="Wingdings" panose="05000000000000000000" pitchFamily="2" charset="2"/>
              <a:buChar char="§"/>
            </a:pPr>
            <a:r>
              <a:rPr lang="vi-VN" altLang="en-US" sz="5400" b="1">
                <a:solidFill>
                  <a:srgbClr val="002060"/>
                </a:solidFill>
              </a:rPr>
              <a:t>Tạo ra GTSD</a:t>
            </a:r>
          </a:p>
          <a:p>
            <a:pPr algn="just">
              <a:spcBef>
                <a:spcPct val="50000"/>
              </a:spcBef>
              <a:buClrTx/>
              <a:buFont typeface="Wingdings" panose="05000000000000000000" pitchFamily="2" charset="2"/>
              <a:buChar char="§"/>
            </a:pPr>
            <a:r>
              <a:rPr lang="vi-VN" altLang="en-US" sz="5400" b="1">
                <a:solidFill>
                  <a:srgbClr val="FF0000"/>
                </a:solidFill>
                <a:highlight>
                  <a:srgbClr val="FFFF00"/>
                </a:highlight>
              </a:rPr>
              <a:t>Bảo tồn &amp; di chuyển </a:t>
            </a:r>
            <a:r>
              <a:rPr lang="en-US" altLang="en-US" sz="5400" b="1">
                <a:solidFill>
                  <a:srgbClr val="FF0000"/>
                </a:solidFill>
                <a:highlight>
                  <a:srgbClr val="FFFF00"/>
                </a:highlight>
              </a:rPr>
              <a:t>giá trị</a:t>
            </a:r>
            <a:r>
              <a:rPr lang="vi-VN" altLang="en-US" sz="5400" b="1">
                <a:solidFill>
                  <a:srgbClr val="FF0000"/>
                </a:solidFill>
                <a:highlight>
                  <a:srgbClr val="FFFF00"/>
                </a:highlight>
              </a:rPr>
              <a:t> TLSX (</a:t>
            </a:r>
            <a:r>
              <a:rPr lang="en-US" altLang="en-US" sz="5400" b="1">
                <a:solidFill>
                  <a:srgbClr val="FF0000"/>
                </a:solidFill>
                <a:highlight>
                  <a:srgbClr val="FFFF00"/>
                </a:highlight>
              </a:rPr>
              <a:t>giá trị</a:t>
            </a:r>
            <a:r>
              <a:rPr lang="vi-VN" altLang="en-US" sz="5400" b="1">
                <a:solidFill>
                  <a:srgbClr val="FF0000"/>
                </a:solidFill>
                <a:highlight>
                  <a:srgbClr val="FFFF00"/>
                </a:highlight>
              </a:rPr>
              <a:t> cũ) vào trong </a:t>
            </a:r>
            <a:r>
              <a:rPr lang="en-US" altLang="en-US" sz="5400" b="1">
                <a:solidFill>
                  <a:srgbClr val="FF0000"/>
                </a:solidFill>
                <a:highlight>
                  <a:srgbClr val="FFFF00"/>
                </a:highlight>
              </a:rPr>
              <a:t>giá trị </a:t>
            </a:r>
            <a:r>
              <a:rPr lang="vi-VN" altLang="en-US" sz="5400" b="1">
                <a:solidFill>
                  <a:srgbClr val="FF0000"/>
                </a:solidFill>
                <a:highlight>
                  <a:srgbClr val="FFFF00"/>
                </a:highlight>
              </a:rPr>
              <a:t>hàng hóa.</a:t>
            </a:r>
          </a:p>
        </p:txBody>
      </p:sp>
      <p:sp>
        <p:nvSpPr>
          <p:cNvPr id="4" name="AutoShape 7">
            <a:extLst>
              <a:ext uri="{FF2B5EF4-FFF2-40B4-BE49-F238E27FC236}">
                <a16:creationId xmlns:a16="http://schemas.microsoft.com/office/drawing/2014/main" id="{5BC3B561-844C-5A88-A2CA-8EB5AE8C9F60}"/>
              </a:ext>
            </a:extLst>
          </p:cNvPr>
          <p:cNvSpPr>
            <a:spLocks noChangeArrowheads="1"/>
          </p:cNvSpPr>
          <p:nvPr/>
        </p:nvSpPr>
        <p:spPr bwMode="gray">
          <a:xfrm>
            <a:off x="3581400" y="2436360"/>
            <a:ext cx="12344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TÍNH HAI MẶT CỦA LAO ĐỘNG SẢN XUẤT HÀNG HÓA</a:t>
            </a:r>
          </a:p>
        </p:txBody>
      </p:sp>
      <p:sp>
        <p:nvSpPr>
          <p:cNvPr id="5" name="AutoShape 5">
            <a:extLst>
              <a:ext uri="{FF2B5EF4-FFF2-40B4-BE49-F238E27FC236}">
                <a16:creationId xmlns:a16="http://schemas.microsoft.com/office/drawing/2014/main" id="{10BA4729-A592-C282-3BA5-875C906A3EB3}"/>
              </a:ext>
            </a:extLst>
          </p:cNvPr>
          <p:cNvSpPr>
            <a:spLocks noChangeArrowheads="1"/>
          </p:cNvSpPr>
          <p:nvPr/>
        </p:nvSpPr>
        <p:spPr bwMode="gray">
          <a:xfrm>
            <a:off x="2362200" y="3733800"/>
            <a:ext cx="426720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LAO ĐỘNG CỤ THỂ</a:t>
            </a:r>
          </a:p>
        </p:txBody>
      </p:sp>
      <p:pic>
        <p:nvPicPr>
          <p:cNvPr id="6" name="Picture 5">
            <a:extLst>
              <a:ext uri="{FF2B5EF4-FFF2-40B4-BE49-F238E27FC236}">
                <a16:creationId xmlns:a16="http://schemas.microsoft.com/office/drawing/2014/main" id="{35D09677-69B0-43AB-B718-53AF70F5F4BE}"/>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84868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53" presetClass="entr" presetSubtype="16"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fltVal val="0"/>
                                          </p:val>
                                        </p:tav>
                                        <p:tav tm="100000">
                                          <p:val>
                                            <p:strVal val="#ppt_h"/>
                                          </p:val>
                                        </p:tav>
                                      </p:tavLst>
                                    </p:anim>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1000"/>
                                        <p:tgtEl>
                                          <p:spTgt spid="3">
                                            <p:txEl>
                                              <p:pRg st="0" end="0"/>
                                            </p:txEl>
                                          </p:spTgt>
                                        </p:tgtEl>
                                      </p:cBhvr>
                                    </p:animEffect>
                                    <p:anim calcmode="lin" valueType="num">
                                      <p:cBhvr>
                                        <p:cTn id="2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fade">
                                      <p:cBhvr>
                                        <p:cTn id="37" dur="1000"/>
                                        <p:tgtEl>
                                          <p:spTgt spid="3">
                                            <p:txEl>
                                              <p:pRg st="2" end="2"/>
                                            </p:txEl>
                                          </p:spTgt>
                                        </p:tgtEl>
                                      </p:cBhvr>
                                    </p:animEffect>
                                    <p:anim calcmode="lin" valueType="num">
                                      <p:cBhvr>
                                        <p:cTn id="3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0018204-EB04-463B-2E38-1F954FFDC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399" y="4876800"/>
            <a:ext cx="5334001" cy="62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 Box 24">
            <a:extLst>
              <a:ext uri="{FF2B5EF4-FFF2-40B4-BE49-F238E27FC236}">
                <a16:creationId xmlns:a16="http://schemas.microsoft.com/office/drawing/2014/main" id="{13D816B2-C7C8-4630-5FA6-16C2E4C48A77}"/>
              </a:ext>
            </a:extLst>
          </p:cNvPr>
          <p:cNvSpPr txBox="1">
            <a:spLocks noChangeArrowheads="1"/>
          </p:cNvSpPr>
          <p:nvPr/>
        </p:nvSpPr>
        <p:spPr bwMode="black">
          <a:xfrm>
            <a:off x="7391399" y="4828937"/>
            <a:ext cx="9372601" cy="7109639"/>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spcBef>
                <a:spcPct val="50000"/>
              </a:spcBef>
              <a:buClrTx/>
              <a:buFont typeface="Wingdings" panose="05000000000000000000" pitchFamily="2" charset="2"/>
              <a:buChar char="§"/>
            </a:pPr>
            <a:r>
              <a:rPr lang="vi-VN" altLang="en-US" sz="3800" b="1">
                <a:solidFill>
                  <a:srgbClr val="002060"/>
                </a:solidFill>
              </a:rPr>
              <a:t>Lđ của người sản xuất H² nếu coi là </a:t>
            </a:r>
            <a:r>
              <a:rPr lang="vi-VN" altLang="en-US" sz="3800" b="1">
                <a:solidFill>
                  <a:srgbClr val="FF0000"/>
                </a:solidFill>
                <a:highlight>
                  <a:srgbClr val="FFFF00"/>
                </a:highlight>
              </a:rPr>
              <a:t>sự hao phí sức lực nói chung</a:t>
            </a:r>
            <a:r>
              <a:rPr lang="en-US" altLang="en-US" sz="3800" b="1">
                <a:solidFill>
                  <a:srgbClr val="FF0000"/>
                </a:solidFill>
                <a:highlight>
                  <a:srgbClr val="FFFF00"/>
                </a:highlight>
              </a:rPr>
              <a:t>, đồng nhất</a:t>
            </a:r>
            <a:r>
              <a:rPr lang="vi-VN" altLang="en-US" sz="3800" b="1">
                <a:solidFill>
                  <a:srgbClr val="FF0000"/>
                </a:solidFill>
                <a:highlight>
                  <a:srgbClr val="FFFF00"/>
                </a:highlight>
              </a:rPr>
              <a:t> </a:t>
            </a:r>
            <a:r>
              <a:rPr lang="vi-VN" altLang="en-US" sz="3800" b="1">
                <a:solidFill>
                  <a:srgbClr val="002060"/>
                </a:solidFill>
              </a:rPr>
              <a:t>của </a:t>
            </a:r>
            <a:r>
              <a:rPr lang="en-US" altLang="en-US" sz="3800" b="1">
                <a:solidFill>
                  <a:srgbClr val="002060"/>
                </a:solidFill>
              </a:rPr>
              <a:t>người sản xuất HH</a:t>
            </a:r>
            <a:endParaRPr lang="vi-VN" altLang="en-US" sz="3800" b="1">
              <a:solidFill>
                <a:srgbClr val="002060"/>
              </a:solidFill>
            </a:endParaRPr>
          </a:p>
          <a:p>
            <a:pPr marL="571500" indent="-571500" algn="just">
              <a:spcBef>
                <a:spcPct val="50000"/>
              </a:spcBef>
              <a:buClrTx/>
              <a:buFont typeface="Wingdings" panose="05000000000000000000" pitchFamily="2" charset="2"/>
              <a:buChar char="§"/>
            </a:pPr>
            <a:r>
              <a:rPr lang="vi-VN" altLang="en-US" sz="3800" b="1">
                <a:solidFill>
                  <a:srgbClr val="FF0000"/>
                </a:solidFill>
                <a:highlight>
                  <a:srgbClr val="FFFF00"/>
                </a:highlight>
              </a:rPr>
              <a:t>Tạo ra gt mới</a:t>
            </a:r>
            <a:r>
              <a:rPr lang="vi-VN" altLang="en-US" sz="3800" b="1">
                <a:solidFill>
                  <a:srgbClr val="002060"/>
                </a:solidFill>
              </a:rPr>
              <a:t>, gt mới cùng với gt TLSX</a:t>
            </a:r>
            <a:r>
              <a:rPr lang="en-US" altLang="en-US" sz="3800" b="1">
                <a:solidFill>
                  <a:srgbClr val="002060"/>
                </a:solidFill>
              </a:rPr>
              <a:t> (gt cũ)</a:t>
            </a:r>
            <a:r>
              <a:rPr lang="vi-VN" altLang="en-US" sz="3800" b="1">
                <a:solidFill>
                  <a:srgbClr val="002060"/>
                </a:solidFill>
              </a:rPr>
              <a:t> hình thành nên giá trị của H²</a:t>
            </a:r>
          </a:p>
          <a:p>
            <a:pPr algn="just">
              <a:spcBef>
                <a:spcPct val="50000"/>
              </a:spcBef>
              <a:buClrTx/>
              <a:buNone/>
            </a:pPr>
            <a:r>
              <a:rPr lang="en-US" altLang="en-US" sz="3800" b="1">
                <a:solidFill>
                  <a:srgbClr val="FF0000"/>
                </a:solidFill>
                <a:highlight>
                  <a:srgbClr val="FFFF00"/>
                </a:highlight>
                <a:sym typeface="Wingdings" panose="05000000000000000000" pitchFamily="2" charset="2"/>
              </a:rPr>
              <a:t> </a:t>
            </a:r>
            <a:r>
              <a:rPr lang="vi-VN" altLang="en-US" sz="3800" b="1">
                <a:solidFill>
                  <a:srgbClr val="FF0000"/>
                </a:solidFill>
                <a:highlight>
                  <a:srgbClr val="FFFF00"/>
                </a:highlight>
              </a:rPr>
              <a:t>Gt H² gồm có 2 phần: </a:t>
            </a:r>
            <a:endParaRPr lang="en-US" altLang="en-US" sz="3800" b="1">
              <a:solidFill>
                <a:srgbClr val="FF0000"/>
              </a:solidFill>
              <a:highlight>
                <a:srgbClr val="FFFF00"/>
              </a:highlight>
            </a:endParaRPr>
          </a:p>
          <a:p>
            <a:pPr algn="just">
              <a:spcBef>
                <a:spcPct val="50000"/>
              </a:spcBef>
              <a:buClrTx/>
              <a:buNone/>
            </a:pPr>
            <a:r>
              <a:rPr lang="en-US" altLang="en-US" sz="3800" b="1">
                <a:solidFill>
                  <a:srgbClr val="FF0000"/>
                </a:solidFill>
                <a:highlight>
                  <a:srgbClr val="FFFF00"/>
                </a:highlight>
              </a:rPr>
              <a:t>	</a:t>
            </a:r>
            <a:r>
              <a:rPr lang="vi-VN" altLang="en-US" sz="3800" b="1">
                <a:solidFill>
                  <a:srgbClr val="FF0000"/>
                </a:solidFill>
                <a:highlight>
                  <a:srgbClr val="FFFF00"/>
                </a:highlight>
              </a:rPr>
              <a:t>gt TLSX</a:t>
            </a:r>
            <a:r>
              <a:rPr lang="en-US" altLang="en-US" sz="3800" b="1">
                <a:solidFill>
                  <a:srgbClr val="FF0000"/>
                </a:solidFill>
                <a:highlight>
                  <a:srgbClr val="FFFF00"/>
                </a:highlight>
              </a:rPr>
              <a:t> (gt cũ)</a:t>
            </a:r>
            <a:r>
              <a:rPr lang="vi-VN" altLang="en-US" sz="3800" b="1">
                <a:solidFill>
                  <a:srgbClr val="FF0000"/>
                </a:solidFill>
                <a:highlight>
                  <a:srgbClr val="FFFF00"/>
                </a:highlight>
              </a:rPr>
              <a:t> + gt mới</a:t>
            </a:r>
          </a:p>
          <a:p>
            <a:pPr marL="571500" indent="-571500" algn="just">
              <a:spcBef>
                <a:spcPct val="50000"/>
              </a:spcBef>
              <a:buClrTx/>
              <a:buFont typeface="Wingdings" panose="05000000000000000000" pitchFamily="2" charset="2"/>
              <a:buChar char="§"/>
            </a:pPr>
            <a:r>
              <a:rPr lang="vi-VN" altLang="en-US" sz="3800" b="1">
                <a:solidFill>
                  <a:srgbClr val="002060"/>
                </a:solidFill>
              </a:rPr>
              <a:t>Phạm trù lịch sử chỉ tồn tại trong đk SXHH</a:t>
            </a:r>
          </a:p>
        </p:txBody>
      </p:sp>
      <p:sp>
        <p:nvSpPr>
          <p:cNvPr id="8" name="AutoShape 7">
            <a:extLst>
              <a:ext uri="{FF2B5EF4-FFF2-40B4-BE49-F238E27FC236}">
                <a16:creationId xmlns:a16="http://schemas.microsoft.com/office/drawing/2014/main" id="{9A0F893F-1CAD-CDBA-4809-BB1F47BF955C}"/>
              </a:ext>
            </a:extLst>
          </p:cNvPr>
          <p:cNvSpPr>
            <a:spLocks noChangeArrowheads="1"/>
          </p:cNvSpPr>
          <p:nvPr/>
        </p:nvSpPr>
        <p:spPr bwMode="gray">
          <a:xfrm>
            <a:off x="3454400" y="2489200"/>
            <a:ext cx="12344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TÍNH HAI MẶT CỦA LAO ĐỘNG SẢN XUẤT HÀNG HÓA</a:t>
            </a:r>
          </a:p>
        </p:txBody>
      </p:sp>
      <p:sp>
        <p:nvSpPr>
          <p:cNvPr id="9" name="AutoShape 5">
            <a:extLst>
              <a:ext uri="{FF2B5EF4-FFF2-40B4-BE49-F238E27FC236}">
                <a16:creationId xmlns:a16="http://schemas.microsoft.com/office/drawing/2014/main" id="{003736E3-7ED9-8EF5-BF97-188B8B15084B}"/>
              </a:ext>
            </a:extLst>
          </p:cNvPr>
          <p:cNvSpPr>
            <a:spLocks noChangeArrowheads="1"/>
          </p:cNvSpPr>
          <p:nvPr/>
        </p:nvSpPr>
        <p:spPr bwMode="gray">
          <a:xfrm>
            <a:off x="1676400" y="3733800"/>
            <a:ext cx="548640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LAO ĐỘNG TRỪU TƯỢNG</a:t>
            </a:r>
          </a:p>
        </p:txBody>
      </p:sp>
      <p:pic>
        <p:nvPicPr>
          <p:cNvPr id="10" name="Picture 9">
            <a:extLst>
              <a:ext uri="{FF2B5EF4-FFF2-40B4-BE49-F238E27FC236}">
                <a16:creationId xmlns:a16="http://schemas.microsoft.com/office/drawing/2014/main" id="{0A464290-DD53-4871-912A-591713A63182}"/>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94662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1000"/>
                                        <p:tgtEl>
                                          <p:spTgt spid="7">
                                            <p:txEl>
                                              <p:pRg st="0" end="0"/>
                                            </p:txEl>
                                          </p:spTgt>
                                        </p:tgtEl>
                                      </p:cBhvr>
                                    </p:animEffect>
                                    <p:anim calcmode="lin" valueType="num">
                                      <p:cBhvr>
                                        <p:cTn id="24"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fade">
                                      <p:cBhvr>
                                        <p:cTn id="30" dur="1000"/>
                                        <p:tgtEl>
                                          <p:spTgt spid="7">
                                            <p:txEl>
                                              <p:pRg st="1" end="1"/>
                                            </p:txEl>
                                          </p:spTgt>
                                        </p:tgtEl>
                                      </p:cBhvr>
                                    </p:animEffect>
                                    <p:anim calcmode="lin" valueType="num">
                                      <p:cBhvr>
                                        <p:cTn id="31"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Effect transition="in" filter="fade">
                                      <p:cBhvr>
                                        <p:cTn id="37" dur="1000"/>
                                        <p:tgtEl>
                                          <p:spTgt spid="7">
                                            <p:txEl>
                                              <p:pRg st="2" end="2"/>
                                            </p:txEl>
                                          </p:spTgt>
                                        </p:tgtEl>
                                      </p:cBhvr>
                                    </p:animEffect>
                                    <p:anim calcmode="lin" valueType="num">
                                      <p:cBhvr>
                                        <p:cTn id="3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7">
                                            <p:txEl>
                                              <p:pRg st="3" end="3"/>
                                            </p:txEl>
                                          </p:spTgt>
                                        </p:tgtEl>
                                        <p:attrNameLst>
                                          <p:attrName>style.visibility</p:attrName>
                                        </p:attrNameLst>
                                      </p:cBhvr>
                                      <p:to>
                                        <p:strVal val="visible"/>
                                      </p:to>
                                    </p:set>
                                    <p:animEffect transition="in" filter="fade">
                                      <p:cBhvr>
                                        <p:cTn id="44" dur="1000"/>
                                        <p:tgtEl>
                                          <p:spTgt spid="7">
                                            <p:txEl>
                                              <p:pRg st="3" end="3"/>
                                            </p:txEl>
                                          </p:spTgt>
                                        </p:tgtEl>
                                      </p:cBhvr>
                                    </p:animEffect>
                                    <p:anim calcmode="lin" valueType="num">
                                      <p:cBhvr>
                                        <p:cTn id="4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7">
                                            <p:txEl>
                                              <p:pRg st="4" end="4"/>
                                            </p:txEl>
                                          </p:spTgt>
                                        </p:tgtEl>
                                        <p:attrNameLst>
                                          <p:attrName>style.visibility</p:attrName>
                                        </p:attrNameLst>
                                      </p:cBhvr>
                                      <p:to>
                                        <p:strVal val="visible"/>
                                      </p:to>
                                    </p:set>
                                    <p:animEffect transition="in" filter="fade">
                                      <p:cBhvr>
                                        <p:cTn id="51" dur="1000"/>
                                        <p:tgtEl>
                                          <p:spTgt spid="7">
                                            <p:txEl>
                                              <p:pRg st="4" end="4"/>
                                            </p:txEl>
                                          </p:spTgt>
                                        </p:tgtEl>
                                      </p:cBhvr>
                                    </p:animEffect>
                                    <p:anim calcmode="lin" valueType="num">
                                      <p:cBhvr>
                                        <p:cTn id="5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21FE6B0A-F60A-415E-ADA5-5C73C94A3D5C}"/>
              </a:ext>
            </a:extLst>
          </p:cNvPr>
          <p:cNvGrpSpPr/>
          <p:nvPr/>
        </p:nvGrpSpPr>
        <p:grpSpPr>
          <a:xfrm>
            <a:off x="1515919" y="4482930"/>
            <a:ext cx="15522574" cy="6032670"/>
            <a:chOff x="1630219" y="3388916"/>
            <a:chExt cx="15522574" cy="4226361"/>
          </a:xfrm>
        </p:grpSpPr>
        <p:sp>
          <p:nvSpPr>
            <p:cNvPr id="3" name="Text Box 14">
              <a:extLst>
                <a:ext uri="{FF2B5EF4-FFF2-40B4-BE49-F238E27FC236}">
                  <a16:creationId xmlns:a16="http://schemas.microsoft.com/office/drawing/2014/main" id="{B98E09C7-5B0F-51DC-DED6-C608ACD175FE}"/>
                </a:ext>
              </a:extLst>
            </p:cNvPr>
            <p:cNvSpPr txBox="1">
              <a:spLocks noChangeArrowheads="1"/>
            </p:cNvSpPr>
            <p:nvPr/>
          </p:nvSpPr>
          <p:spPr bwMode="ltGray">
            <a:xfrm>
              <a:off x="1630219" y="4956830"/>
              <a:ext cx="15522574" cy="90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150000"/>
                </a:lnSpc>
              </a:pPr>
              <a:r>
                <a:rPr lang="en-US" altLang="en-US" sz="4000" dirty="0">
                  <a:solidFill>
                    <a:srgbClr val="002060"/>
                  </a:solidFill>
                  <a:latin typeface="Arial" panose="020B0604020202020204" pitchFamily="34" charset="0"/>
                  <a:sym typeface="Wingdings" panose="05000000000000000000" pitchFamily="2" charset="2"/>
                </a:rPr>
                <a:t>GT H = </a:t>
              </a:r>
              <a:r>
                <a:rPr lang="en-US" altLang="en-US" sz="4000" dirty="0">
                  <a:solidFill>
                    <a:srgbClr val="00B050"/>
                  </a:solidFill>
                  <a:latin typeface="Arial" panose="020B0604020202020204" pitchFamily="34" charset="0"/>
                  <a:sym typeface="Wingdings" panose="05000000000000000000" pitchFamily="2" charset="2"/>
                </a:rPr>
                <a:t>GT TLSX </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FF0000"/>
                  </a:solidFill>
                  <a:latin typeface="Arial" panose="020B0604020202020204" pitchFamily="34" charset="0"/>
                  <a:sym typeface="Wingdings" panose="05000000000000000000" pitchFamily="2" charset="2"/>
                </a:rPr>
                <a:t>GT SLĐ </a:t>
              </a:r>
              <a:r>
                <a:rPr lang="en-US" altLang="en-US" sz="4000" dirty="0">
                  <a:solidFill>
                    <a:srgbClr val="002060"/>
                  </a:solidFill>
                  <a:latin typeface="Arial" panose="020B0604020202020204" pitchFamily="34" charset="0"/>
                  <a:sym typeface="Wingdings" panose="05000000000000000000" pitchFamily="2" charset="2"/>
                </a:rPr>
                <a:t> GT H’ = </a:t>
              </a:r>
              <a:r>
                <a:rPr lang="en-US" altLang="en-US" sz="4000" dirty="0">
                  <a:solidFill>
                    <a:srgbClr val="00B050"/>
                  </a:solidFill>
                  <a:latin typeface="Arial" panose="020B0604020202020204" pitchFamily="34" charset="0"/>
                  <a:sym typeface="Wingdings" panose="05000000000000000000" pitchFamily="2" charset="2"/>
                </a:rPr>
                <a:t>GT </a:t>
              </a:r>
              <a:r>
                <a:rPr lang="en-US" altLang="en-US" sz="4000" dirty="0" err="1">
                  <a:solidFill>
                    <a:srgbClr val="00B050"/>
                  </a:solidFill>
                  <a:latin typeface="Arial" panose="020B0604020202020204" pitchFamily="34" charset="0"/>
                  <a:sym typeface="Wingdings" panose="05000000000000000000" pitchFamily="2" charset="2"/>
                </a:rPr>
                <a:t>cũ</a:t>
              </a:r>
              <a:r>
                <a:rPr lang="en-US" altLang="en-US" sz="4000" dirty="0">
                  <a:solidFill>
                    <a:srgbClr val="002060"/>
                  </a:solidFill>
                  <a:latin typeface="Arial" panose="020B0604020202020204" pitchFamily="34" charset="0"/>
                  <a:sym typeface="Wingdings" panose="05000000000000000000" pitchFamily="2" charset="2"/>
                </a:rPr>
                <a:t> + </a:t>
              </a:r>
              <a:r>
                <a:rPr lang="en-US" altLang="en-US" sz="4000" dirty="0">
                  <a:solidFill>
                    <a:srgbClr val="FF0000"/>
                  </a:solidFill>
                  <a:latin typeface="Arial" panose="020B0604020202020204" pitchFamily="34" charset="0"/>
                  <a:sym typeface="Wingdings" panose="05000000000000000000" pitchFamily="2" charset="2"/>
                </a:rPr>
                <a:t>GT </a:t>
              </a:r>
              <a:r>
                <a:rPr lang="en-US" altLang="en-US" sz="4000" dirty="0" err="1">
                  <a:solidFill>
                    <a:srgbClr val="FF0000"/>
                  </a:solidFill>
                  <a:latin typeface="Arial" panose="020B0604020202020204" pitchFamily="34" charset="0"/>
                  <a:sym typeface="Wingdings" panose="05000000000000000000" pitchFamily="2" charset="2"/>
                </a:rPr>
                <a:t>mới</a:t>
              </a:r>
              <a:endParaRPr lang="vi-VN" altLang="en-US" sz="4000" dirty="0">
                <a:solidFill>
                  <a:srgbClr val="FF0000"/>
                </a:solidFill>
                <a:latin typeface="Arial" panose="020B0604020202020204" pitchFamily="34" charset="0"/>
                <a:sym typeface="Wingdings" panose="05000000000000000000" pitchFamily="2" charset="2"/>
              </a:endParaRPr>
            </a:p>
          </p:txBody>
        </p:sp>
        <p:cxnSp>
          <p:nvCxnSpPr>
            <p:cNvPr id="12" name="Straight Connector 11">
              <a:extLst>
                <a:ext uri="{FF2B5EF4-FFF2-40B4-BE49-F238E27FC236}">
                  <a16:creationId xmlns:a16="http://schemas.microsoft.com/office/drawing/2014/main" id="{141DAB32-BD1D-4291-9660-7FAE31B84C17}"/>
                </a:ext>
              </a:extLst>
            </p:cNvPr>
            <p:cNvCxnSpPr/>
            <p:nvPr/>
          </p:nvCxnSpPr>
          <p:spPr>
            <a:xfrm>
              <a:off x="5804806" y="6882483"/>
              <a:ext cx="70784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3239FCE-45BF-4BCE-BB4F-C4255AC14E98}"/>
                </a:ext>
              </a:extLst>
            </p:cNvPr>
            <p:cNvCxnSpPr>
              <a:cxnSpLocks/>
            </p:cNvCxnSpPr>
            <p:nvPr/>
          </p:nvCxnSpPr>
          <p:spPr>
            <a:xfrm flipV="1">
              <a:off x="12883242" y="5779229"/>
              <a:ext cx="0" cy="11032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3BA94D-7D15-415D-A3C3-755D38223851}"/>
                </a:ext>
              </a:extLst>
            </p:cNvPr>
            <p:cNvCxnSpPr/>
            <p:nvPr/>
          </p:nvCxnSpPr>
          <p:spPr>
            <a:xfrm>
              <a:off x="5804806" y="5724241"/>
              <a:ext cx="0" cy="11337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6E4A03-FA11-45AD-BEC4-525461073943}"/>
                </a:ext>
              </a:extLst>
            </p:cNvPr>
            <p:cNvCxnSpPr>
              <a:cxnSpLocks/>
            </p:cNvCxnSpPr>
            <p:nvPr/>
          </p:nvCxnSpPr>
          <p:spPr>
            <a:xfrm>
              <a:off x="8444594" y="4188271"/>
              <a:ext cx="0" cy="9715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45950FF-D167-432D-987C-D81E386631E4}"/>
                </a:ext>
              </a:extLst>
            </p:cNvPr>
            <p:cNvCxnSpPr>
              <a:cxnSpLocks/>
            </p:cNvCxnSpPr>
            <p:nvPr/>
          </p:nvCxnSpPr>
          <p:spPr>
            <a:xfrm flipV="1">
              <a:off x="8444594" y="4188271"/>
              <a:ext cx="6120492" cy="27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40EAECB-8DA6-4822-8E0B-03BF4CD53410}"/>
                </a:ext>
              </a:extLst>
            </p:cNvPr>
            <p:cNvCxnSpPr>
              <a:cxnSpLocks/>
            </p:cNvCxnSpPr>
            <p:nvPr/>
          </p:nvCxnSpPr>
          <p:spPr>
            <a:xfrm>
              <a:off x="14581414" y="4176723"/>
              <a:ext cx="0" cy="10402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37DC981-DBF1-45EB-821A-50626B213087}"/>
                </a:ext>
              </a:extLst>
            </p:cNvPr>
            <p:cNvSpPr txBox="1"/>
            <p:nvPr/>
          </p:nvSpPr>
          <p:spPr>
            <a:xfrm>
              <a:off x="7331529" y="6090552"/>
              <a:ext cx="4065806" cy="646331"/>
            </a:xfrm>
            <a:prstGeom prst="rect">
              <a:avLst/>
            </a:prstGeom>
            <a:noFill/>
          </p:spPr>
          <p:txBody>
            <a:bodyPr wrap="square" rtlCol="0">
              <a:spAutoFit/>
            </a:bodyPr>
            <a:lstStyle/>
            <a:p>
              <a:pPr algn="ctr"/>
              <a:r>
                <a:rPr lang="en-US" sz="3600" dirty="0"/>
                <a:t>LĐ </a:t>
              </a:r>
              <a:r>
                <a:rPr lang="en-US" sz="3600" dirty="0" err="1"/>
                <a:t>cụ</a:t>
              </a:r>
              <a:r>
                <a:rPr lang="en-US" sz="3600" dirty="0"/>
                <a:t> </a:t>
              </a:r>
              <a:r>
                <a:rPr lang="en-US" sz="3600" dirty="0" err="1"/>
                <a:t>thể</a:t>
              </a:r>
              <a:endParaRPr lang="en-US" sz="3600" dirty="0"/>
            </a:p>
          </p:txBody>
        </p:sp>
        <p:sp>
          <p:nvSpPr>
            <p:cNvPr id="25" name="TextBox 24">
              <a:extLst>
                <a:ext uri="{FF2B5EF4-FFF2-40B4-BE49-F238E27FC236}">
                  <a16:creationId xmlns:a16="http://schemas.microsoft.com/office/drawing/2014/main" id="{9622F293-1F0A-4766-8829-CD3B32FFA266}"/>
                </a:ext>
              </a:extLst>
            </p:cNvPr>
            <p:cNvSpPr txBox="1"/>
            <p:nvPr/>
          </p:nvSpPr>
          <p:spPr>
            <a:xfrm>
              <a:off x="7358600" y="6968946"/>
              <a:ext cx="4283672" cy="646331"/>
            </a:xfrm>
            <a:prstGeom prst="rect">
              <a:avLst/>
            </a:prstGeom>
            <a:noFill/>
          </p:spPr>
          <p:txBody>
            <a:bodyPr wrap="square" rtlCol="0">
              <a:spAutoFit/>
            </a:bodyPr>
            <a:lstStyle/>
            <a:p>
              <a:pPr algn="ctr"/>
              <a:r>
                <a:rPr lang="en-US" sz="3600" dirty="0" err="1"/>
                <a:t>Bảo</a:t>
              </a:r>
              <a:r>
                <a:rPr lang="en-US" sz="3600" dirty="0"/>
                <a:t> </a:t>
              </a:r>
              <a:r>
                <a:rPr lang="en-US" sz="3600" dirty="0" err="1"/>
                <a:t>tồn</a:t>
              </a:r>
              <a:r>
                <a:rPr lang="en-US" sz="3600" dirty="0"/>
                <a:t> &amp; di </a:t>
              </a:r>
              <a:r>
                <a:rPr lang="en-US" sz="3600" dirty="0" err="1"/>
                <a:t>chuyển</a:t>
              </a:r>
              <a:endParaRPr lang="en-US" sz="3600" dirty="0"/>
            </a:p>
          </p:txBody>
        </p:sp>
        <p:sp>
          <p:nvSpPr>
            <p:cNvPr id="27" name="TextBox 26">
              <a:extLst>
                <a:ext uri="{FF2B5EF4-FFF2-40B4-BE49-F238E27FC236}">
                  <a16:creationId xmlns:a16="http://schemas.microsoft.com/office/drawing/2014/main" id="{21E6F750-4F62-419B-BF4A-ADE3F2D099DB}"/>
                </a:ext>
              </a:extLst>
            </p:cNvPr>
            <p:cNvSpPr txBox="1"/>
            <p:nvPr/>
          </p:nvSpPr>
          <p:spPr>
            <a:xfrm>
              <a:off x="9473293" y="3388916"/>
              <a:ext cx="4065806" cy="646331"/>
            </a:xfrm>
            <a:prstGeom prst="rect">
              <a:avLst/>
            </a:prstGeom>
            <a:noFill/>
          </p:spPr>
          <p:txBody>
            <a:bodyPr wrap="square" rtlCol="0">
              <a:spAutoFit/>
            </a:bodyPr>
            <a:lstStyle/>
            <a:p>
              <a:pPr algn="ctr"/>
              <a:r>
                <a:rPr lang="en-US" sz="3600" dirty="0"/>
                <a:t>LĐ </a:t>
              </a:r>
              <a:r>
                <a:rPr lang="en-US" sz="3600" dirty="0" err="1"/>
                <a:t>trừu</a:t>
              </a:r>
              <a:r>
                <a:rPr lang="en-US" sz="3600" dirty="0"/>
                <a:t> </a:t>
              </a:r>
              <a:r>
                <a:rPr lang="en-US" sz="3600" dirty="0" err="1"/>
                <a:t>tượng</a:t>
              </a:r>
              <a:endParaRPr lang="en-US" sz="3600" dirty="0"/>
            </a:p>
          </p:txBody>
        </p:sp>
        <p:sp>
          <p:nvSpPr>
            <p:cNvPr id="28" name="TextBox 27">
              <a:extLst>
                <a:ext uri="{FF2B5EF4-FFF2-40B4-BE49-F238E27FC236}">
                  <a16:creationId xmlns:a16="http://schemas.microsoft.com/office/drawing/2014/main" id="{5375F628-9CCE-4BA6-A88F-344D996A33D6}"/>
                </a:ext>
              </a:extLst>
            </p:cNvPr>
            <p:cNvSpPr txBox="1"/>
            <p:nvPr/>
          </p:nvSpPr>
          <p:spPr>
            <a:xfrm>
              <a:off x="9500364" y="4267310"/>
              <a:ext cx="4283672" cy="646331"/>
            </a:xfrm>
            <a:prstGeom prst="rect">
              <a:avLst/>
            </a:prstGeom>
            <a:noFill/>
          </p:spPr>
          <p:txBody>
            <a:bodyPr wrap="square" rtlCol="0">
              <a:spAutoFit/>
            </a:bodyPr>
            <a:lstStyle/>
            <a:p>
              <a:pPr algn="ctr"/>
              <a:r>
                <a:rPr lang="en-US" sz="3600" dirty="0" err="1"/>
                <a:t>Tạo</a:t>
              </a:r>
              <a:r>
                <a:rPr lang="en-US" sz="3600" dirty="0"/>
                <a:t> ra</a:t>
              </a:r>
            </a:p>
          </p:txBody>
        </p:sp>
      </p:grpSp>
      <p:sp>
        <p:nvSpPr>
          <p:cNvPr id="17" name="AutoShape 7">
            <a:extLst>
              <a:ext uri="{FF2B5EF4-FFF2-40B4-BE49-F238E27FC236}">
                <a16:creationId xmlns:a16="http://schemas.microsoft.com/office/drawing/2014/main" id="{0A44EC4B-452B-4442-B726-1EC5962B10AD}"/>
              </a:ext>
            </a:extLst>
          </p:cNvPr>
          <p:cNvSpPr>
            <a:spLocks noChangeArrowheads="1"/>
          </p:cNvSpPr>
          <p:nvPr/>
        </p:nvSpPr>
        <p:spPr bwMode="gray">
          <a:xfrm>
            <a:off x="3505200" y="2601687"/>
            <a:ext cx="12344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TÍNH HAI MẶT CỦA LAO ĐỘNG SẢN XUẤT HÀNG HÓA</a:t>
            </a:r>
          </a:p>
        </p:txBody>
      </p:sp>
      <p:pic>
        <p:nvPicPr>
          <p:cNvPr id="15" name="Picture 14">
            <a:extLst>
              <a:ext uri="{FF2B5EF4-FFF2-40B4-BE49-F238E27FC236}">
                <a16:creationId xmlns:a16="http://schemas.microsoft.com/office/drawing/2014/main" id="{F6D4ADB9-223C-4FCF-A03E-AF31208B76A4}"/>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60543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4">
            <a:extLst>
              <a:ext uri="{FF2B5EF4-FFF2-40B4-BE49-F238E27FC236}">
                <a16:creationId xmlns:a16="http://schemas.microsoft.com/office/drawing/2014/main" id="{B1F20765-F301-90DF-743C-7ABF337CAFEF}"/>
              </a:ext>
            </a:extLst>
          </p:cNvPr>
          <p:cNvSpPr txBox="1">
            <a:spLocks noChangeArrowheads="1"/>
          </p:cNvSpPr>
          <p:nvPr/>
        </p:nvSpPr>
        <p:spPr bwMode="black">
          <a:xfrm>
            <a:off x="1676401" y="3581400"/>
            <a:ext cx="14935200" cy="9017853"/>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spcBef>
                <a:spcPct val="50000"/>
              </a:spcBef>
              <a:buClrTx/>
              <a:buFontTx/>
              <a:buChar char="-"/>
            </a:pPr>
            <a:r>
              <a:rPr lang="vi-VN" altLang="en-US" sz="4000" b="1">
                <a:solidFill>
                  <a:srgbClr val="002060"/>
                </a:solidFill>
                <a:sym typeface="Wingdings" panose="05000000000000000000" pitchFamily="2" charset="2"/>
              </a:rPr>
              <a:t>Lao động cụ thể biểu hiện trực tiếp dưới hình thức là </a:t>
            </a:r>
            <a:r>
              <a:rPr lang="vi-VN" altLang="en-US" sz="4000" b="1">
                <a:solidFill>
                  <a:srgbClr val="FF0000"/>
                </a:solidFill>
                <a:highlight>
                  <a:srgbClr val="FFFF00"/>
                </a:highlight>
                <a:sym typeface="Wingdings" panose="05000000000000000000" pitchFamily="2" charset="2"/>
              </a:rPr>
              <a:t>lao động tư nhân</a:t>
            </a:r>
            <a:r>
              <a:rPr lang="en-US" altLang="en-US" sz="4000" b="1">
                <a:solidFill>
                  <a:srgbClr val="002060"/>
                </a:solidFill>
                <a:sym typeface="Wingdings" panose="05000000000000000000" pitchFamily="2" charset="2"/>
              </a:rPr>
              <a:t>;</a:t>
            </a:r>
          </a:p>
          <a:p>
            <a:pPr marL="685800" indent="-685800" algn="just">
              <a:spcBef>
                <a:spcPct val="50000"/>
              </a:spcBef>
              <a:buClrTx/>
              <a:buFontTx/>
              <a:buChar char="-"/>
            </a:pPr>
            <a:r>
              <a:rPr lang="vi-VN" altLang="en-US" sz="4000" b="1">
                <a:solidFill>
                  <a:srgbClr val="002060"/>
                </a:solidFill>
                <a:sym typeface="Wingdings" panose="05000000000000000000" pitchFamily="2" charset="2"/>
              </a:rPr>
              <a:t> Lao động trừu tượng là biểu hiện của </a:t>
            </a:r>
            <a:r>
              <a:rPr lang="vi-VN" altLang="en-US" sz="4000" b="1">
                <a:solidFill>
                  <a:srgbClr val="FF0000"/>
                </a:solidFill>
                <a:highlight>
                  <a:srgbClr val="FFFF00"/>
                </a:highlight>
                <a:sym typeface="Wingdings" panose="05000000000000000000" pitchFamily="2" charset="2"/>
              </a:rPr>
              <a:t>lao động xã hội</a:t>
            </a:r>
          </a:p>
          <a:p>
            <a:pPr marL="685800" indent="-685800" algn="just">
              <a:spcBef>
                <a:spcPct val="50000"/>
              </a:spcBef>
              <a:buClrTx/>
              <a:buFontTx/>
              <a:buChar char="-"/>
            </a:pPr>
            <a:r>
              <a:rPr lang="vi-VN" altLang="en-US" sz="4000" b="1">
                <a:solidFill>
                  <a:srgbClr val="002060"/>
                </a:solidFill>
                <a:sym typeface="Wingdings" panose="05000000000000000000" pitchFamily="2" charset="2"/>
              </a:rPr>
              <a:t> Giữa LĐ tư nhân và LĐ xã hội có mâu thuẫn với nhau, đó là </a:t>
            </a:r>
            <a:r>
              <a:rPr lang="vi-VN" altLang="en-US" sz="4000" b="1">
                <a:solidFill>
                  <a:srgbClr val="002060"/>
                </a:solidFill>
                <a:highlight>
                  <a:srgbClr val="00FF00"/>
                </a:highlight>
                <a:sym typeface="Wingdings" panose="05000000000000000000" pitchFamily="2" charset="2"/>
              </a:rPr>
              <a:t>mâu thuẫn cơ bản của SXHH</a:t>
            </a:r>
            <a:r>
              <a:rPr lang="vi-VN" altLang="en-US" sz="4000" b="1">
                <a:solidFill>
                  <a:srgbClr val="002060"/>
                </a:solidFill>
                <a:sym typeface="Wingdings" panose="05000000000000000000" pitchFamily="2" charset="2"/>
              </a:rPr>
              <a:t>, biểu hiện:</a:t>
            </a:r>
          </a:p>
          <a:p>
            <a:pPr algn="just">
              <a:spcBef>
                <a:spcPct val="50000"/>
              </a:spcBef>
              <a:buClrTx/>
              <a:buNone/>
            </a:pPr>
            <a:r>
              <a:rPr lang="en-US" altLang="en-US" sz="4000" b="1">
                <a:solidFill>
                  <a:srgbClr val="002060"/>
                </a:solidFill>
                <a:sym typeface="Wingdings" panose="05000000000000000000" pitchFamily="2" charset="2"/>
              </a:rPr>
              <a:t>	+ </a:t>
            </a:r>
            <a:r>
              <a:rPr lang="vi-VN" altLang="en-US" sz="4000" b="1">
                <a:solidFill>
                  <a:srgbClr val="FF0000"/>
                </a:solidFill>
                <a:highlight>
                  <a:srgbClr val="FFFF00"/>
                </a:highlight>
                <a:sym typeface="Wingdings" panose="05000000000000000000" pitchFamily="2" charset="2"/>
              </a:rPr>
              <a:t>Sản phẩm </a:t>
            </a:r>
            <a:r>
              <a:rPr lang="vi-VN" altLang="en-US" sz="4000" b="1">
                <a:solidFill>
                  <a:srgbClr val="002060"/>
                </a:solidFill>
                <a:sym typeface="Wingdings" panose="05000000000000000000" pitchFamily="2" charset="2"/>
              </a:rPr>
              <a:t>do </a:t>
            </a:r>
            <a:r>
              <a:rPr lang="en-US" altLang="en-US" sz="4000" b="1">
                <a:solidFill>
                  <a:srgbClr val="002060"/>
                </a:solidFill>
                <a:sym typeface="Wingdings" panose="05000000000000000000" pitchFamily="2" charset="2"/>
              </a:rPr>
              <a:t>mỗi </a:t>
            </a:r>
            <a:r>
              <a:rPr lang="vi-VN" altLang="en-US" sz="4000" b="1">
                <a:solidFill>
                  <a:srgbClr val="002060"/>
                </a:solidFill>
                <a:sym typeface="Wingdings" panose="05000000000000000000" pitchFamily="2" charset="2"/>
              </a:rPr>
              <a:t>người sản xuất tạo ra có thể không ăn khớp, không phù hợp với nhu cầu xã hội. </a:t>
            </a:r>
            <a:endParaRPr lang="en-US" altLang="en-US" sz="4000" b="1">
              <a:solidFill>
                <a:srgbClr val="002060"/>
              </a:solidFill>
              <a:sym typeface="Wingdings" panose="05000000000000000000" pitchFamily="2" charset="2"/>
            </a:endParaRPr>
          </a:p>
          <a:p>
            <a:pPr algn="just">
              <a:spcBef>
                <a:spcPct val="50000"/>
              </a:spcBef>
              <a:buClrTx/>
              <a:buNone/>
            </a:pPr>
            <a:r>
              <a:rPr lang="en-US" altLang="en-US" sz="4000" b="1">
                <a:solidFill>
                  <a:srgbClr val="002060"/>
                </a:solidFill>
                <a:sym typeface="Wingdings" panose="05000000000000000000" pitchFamily="2" charset="2"/>
              </a:rPr>
              <a:t>	+ </a:t>
            </a:r>
            <a:r>
              <a:rPr lang="vi-VN" altLang="en-US" sz="4000" b="1">
                <a:solidFill>
                  <a:srgbClr val="FF0000"/>
                </a:solidFill>
                <a:highlight>
                  <a:srgbClr val="FFFF00"/>
                </a:highlight>
                <a:sym typeface="Wingdings" panose="05000000000000000000" pitchFamily="2" charset="2"/>
              </a:rPr>
              <a:t>Hao phí lao động cá biệt </a:t>
            </a:r>
            <a:r>
              <a:rPr lang="en-US" altLang="en-US" sz="4000" b="1">
                <a:solidFill>
                  <a:srgbClr val="002060"/>
                </a:solidFill>
                <a:sym typeface="Wingdings" panose="05000000000000000000" pitchFamily="2" charset="2"/>
              </a:rPr>
              <a:t>(GT cá biệt – GC cá biệt) </a:t>
            </a:r>
            <a:r>
              <a:rPr lang="vi-VN" altLang="en-US" sz="4000" b="1">
                <a:solidFill>
                  <a:srgbClr val="002060"/>
                </a:solidFill>
                <a:sym typeface="Wingdings" panose="05000000000000000000" pitchFamily="2" charset="2"/>
              </a:rPr>
              <a:t>của người sản xuất có thể cao hơn hao phí lao động mà xã hội </a:t>
            </a:r>
            <a:r>
              <a:rPr lang="en-US" altLang="en-US" sz="4000" b="1">
                <a:solidFill>
                  <a:srgbClr val="002060"/>
                </a:solidFill>
                <a:sym typeface="Wingdings" panose="05000000000000000000" pitchFamily="2" charset="2"/>
              </a:rPr>
              <a:t>(GT xã hội – GC thị trường) </a:t>
            </a:r>
            <a:r>
              <a:rPr lang="vi-VN" altLang="en-US" sz="4000" b="1">
                <a:solidFill>
                  <a:srgbClr val="002060"/>
                </a:solidFill>
                <a:sym typeface="Wingdings" panose="05000000000000000000" pitchFamily="2" charset="2"/>
              </a:rPr>
              <a:t>chấp nhận.</a:t>
            </a:r>
            <a:endParaRPr lang="en-US" altLang="en-US" sz="4000" b="1">
              <a:solidFill>
                <a:srgbClr val="002060"/>
              </a:solidFill>
              <a:sym typeface="Wingdings" panose="05000000000000000000" pitchFamily="2" charset="2"/>
            </a:endParaRPr>
          </a:p>
          <a:p>
            <a:pPr marL="685800" indent="-685800" algn="just">
              <a:spcBef>
                <a:spcPct val="50000"/>
              </a:spcBef>
              <a:buClrTx/>
              <a:buFontTx/>
              <a:buChar char="-"/>
            </a:pPr>
            <a:r>
              <a:rPr lang="vi-VN" altLang="en-US" sz="4000" b="1">
                <a:solidFill>
                  <a:srgbClr val="002060"/>
                </a:solidFill>
                <a:sym typeface="Wingdings" panose="05000000000000000000" pitchFamily="2" charset="2"/>
              </a:rPr>
              <a:t> MT giữa LĐ tư nhân và LĐ xã hội chứa đựng khả năng “sản xuất thừa” là mầm mống của mọi MT của CNTB. </a:t>
            </a:r>
          </a:p>
        </p:txBody>
      </p:sp>
      <p:sp>
        <p:nvSpPr>
          <p:cNvPr id="3" name="AutoShape 7">
            <a:extLst>
              <a:ext uri="{FF2B5EF4-FFF2-40B4-BE49-F238E27FC236}">
                <a16:creationId xmlns:a16="http://schemas.microsoft.com/office/drawing/2014/main" id="{E850FA62-2231-BBEE-A477-DE05C8766016}"/>
              </a:ext>
            </a:extLst>
          </p:cNvPr>
          <p:cNvSpPr>
            <a:spLocks noChangeArrowheads="1"/>
          </p:cNvSpPr>
          <p:nvPr/>
        </p:nvSpPr>
        <p:spPr bwMode="gray">
          <a:xfrm>
            <a:off x="3505200" y="2362200"/>
            <a:ext cx="118872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Ý NGHĨA TÍNH HAI MẶT CỦA LAO ĐỘNG SẢN XUẤT</a:t>
            </a:r>
          </a:p>
        </p:txBody>
      </p:sp>
      <p:pic>
        <p:nvPicPr>
          <p:cNvPr id="4" name="Picture 3">
            <a:extLst>
              <a:ext uri="{FF2B5EF4-FFF2-40B4-BE49-F238E27FC236}">
                <a16:creationId xmlns:a16="http://schemas.microsoft.com/office/drawing/2014/main" id="{35103C3B-34CF-4A97-934D-539CB483FB81}"/>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419560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dow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dow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dow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down)">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down)">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wipe(down)">
                                      <p:cBhvr>
                                        <p:cTn id="3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65773D58-64A5-23D8-2EC8-A41194B7BC55}"/>
              </a:ext>
            </a:extLst>
          </p:cNvPr>
          <p:cNvSpPr>
            <a:spLocks noChangeArrowheads="1"/>
          </p:cNvSpPr>
          <p:nvPr/>
        </p:nvSpPr>
        <p:spPr bwMode="gray">
          <a:xfrm>
            <a:off x="3962400" y="2200966"/>
            <a:ext cx="9296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THƯỚC ĐO LƯỢNG GIÁ TRỊ HÀNG HÓA</a:t>
            </a:r>
          </a:p>
        </p:txBody>
      </p:sp>
      <p:sp>
        <p:nvSpPr>
          <p:cNvPr id="5" name="TextBox 4">
            <a:extLst>
              <a:ext uri="{FF2B5EF4-FFF2-40B4-BE49-F238E27FC236}">
                <a16:creationId xmlns:a16="http://schemas.microsoft.com/office/drawing/2014/main" id="{6DA59D4C-874C-99A6-ADAD-E9856594FE47}"/>
              </a:ext>
            </a:extLst>
          </p:cNvPr>
          <p:cNvSpPr txBox="1">
            <a:spLocks noChangeArrowheads="1"/>
          </p:cNvSpPr>
          <p:nvPr/>
        </p:nvSpPr>
        <p:spPr bwMode="auto">
          <a:xfrm>
            <a:off x="1676401" y="3521766"/>
            <a:ext cx="15011399" cy="823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buFont typeface="Wingdings" panose="05000000000000000000" pitchFamily="2" charset="2"/>
              <a:buChar char="§"/>
              <a:defRPr/>
            </a:pPr>
            <a:r>
              <a:rPr lang="vi-VN" sz="4200" b="1" dirty="0">
                <a:solidFill>
                  <a:srgbClr val="002060"/>
                </a:solidFill>
                <a:cs typeface="Arial" panose="020B0604020202020204" pitchFamily="34" charset="0"/>
              </a:rPr>
              <a:t>Chất của giá trị do </a:t>
            </a:r>
            <a:r>
              <a:rPr lang="en-US" sz="4200" b="1" dirty="0">
                <a:solidFill>
                  <a:srgbClr val="002060"/>
                </a:solidFill>
                <a:cs typeface="Arial" panose="020B0604020202020204" pitchFamily="34" charset="0"/>
              </a:rPr>
              <a:t>HPSLĐ</a:t>
            </a:r>
            <a:r>
              <a:rPr lang="vi-VN" sz="4200" b="1" dirty="0">
                <a:solidFill>
                  <a:srgbClr val="002060"/>
                </a:solidFill>
                <a:cs typeface="Arial" panose="020B0604020202020204" pitchFamily="34" charset="0"/>
              </a:rPr>
              <a:t> quyết định</a:t>
            </a:r>
          </a:p>
          <a:p>
            <a:pPr algn="just">
              <a:buNone/>
              <a:defRPr/>
            </a:pPr>
            <a:r>
              <a:rPr lang="en-US" sz="4200" b="1" dirty="0">
                <a:solidFill>
                  <a:srgbClr val="002060"/>
                </a:solidFill>
                <a:cs typeface="Arial" panose="020B0604020202020204" pitchFamily="34" charset="0"/>
                <a:sym typeface="Wingdings" panose="05000000000000000000" pitchFamily="2" charset="2"/>
              </a:rPr>
              <a:t> </a:t>
            </a:r>
            <a:r>
              <a:rPr lang="vi-VN" sz="4200" b="1" dirty="0">
                <a:solidFill>
                  <a:srgbClr val="002060"/>
                </a:solidFill>
                <a:cs typeface="Arial" panose="020B0604020202020204" pitchFamily="34" charset="0"/>
              </a:rPr>
              <a:t>Lượng giá trị là do lượng </a:t>
            </a:r>
            <a:r>
              <a:rPr lang="en-US" sz="4200" b="1" dirty="0">
                <a:solidFill>
                  <a:srgbClr val="002060"/>
                </a:solidFill>
                <a:cs typeface="Arial" panose="020B0604020202020204" pitchFamily="34" charset="0"/>
              </a:rPr>
              <a:t>HPSLĐ </a:t>
            </a:r>
            <a:r>
              <a:rPr lang="vi-VN" sz="4200" b="1" dirty="0">
                <a:solidFill>
                  <a:srgbClr val="002060"/>
                </a:solidFill>
                <a:cs typeface="Arial" panose="020B0604020202020204" pitchFamily="34" charset="0"/>
              </a:rPr>
              <a:t>quyết định</a:t>
            </a:r>
          </a:p>
          <a:p>
            <a:pPr algn="just">
              <a:buNone/>
              <a:defRPr/>
            </a:pPr>
            <a:r>
              <a:rPr lang="en-US" sz="4200" b="1" dirty="0">
                <a:solidFill>
                  <a:srgbClr val="002060"/>
                </a:solidFill>
                <a:cs typeface="Arial" panose="020B0604020202020204" pitchFamily="34" charset="0"/>
              </a:rPr>
              <a:t>MÀ: </a:t>
            </a:r>
            <a:r>
              <a:rPr lang="vi-VN" sz="4200" b="1" dirty="0">
                <a:solidFill>
                  <a:srgbClr val="002060"/>
                </a:solidFill>
                <a:cs typeface="Arial" panose="020B0604020202020204" pitchFamily="34" charset="0"/>
              </a:rPr>
              <a:t>Lượng </a:t>
            </a:r>
            <a:r>
              <a:rPr lang="en-US" sz="4200" b="1" dirty="0">
                <a:solidFill>
                  <a:srgbClr val="002060"/>
                </a:solidFill>
                <a:cs typeface="Arial" panose="020B0604020202020204" pitchFamily="34" charset="0"/>
              </a:rPr>
              <a:t>HPSLĐ </a:t>
            </a:r>
            <a:r>
              <a:rPr lang="vi-VN" sz="4200" b="1" dirty="0">
                <a:solidFill>
                  <a:srgbClr val="002060"/>
                </a:solidFill>
                <a:cs typeface="Arial" panose="020B0604020202020204" pitchFamily="34" charset="0"/>
              </a:rPr>
              <a:t>được đo bằng thời gian (giờ, ngày…)</a:t>
            </a:r>
            <a:endParaRPr lang="en-US" sz="4200" b="1" dirty="0">
              <a:solidFill>
                <a:srgbClr val="002060"/>
              </a:solidFill>
              <a:cs typeface="Arial" panose="020B0604020202020204" pitchFamily="34" charset="0"/>
            </a:endParaRPr>
          </a:p>
          <a:p>
            <a:pPr algn="just">
              <a:buNone/>
              <a:defRPr/>
            </a:pPr>
            <a:r>
              <a:rPr lang="vi-VN" sz="4200" b="1" dirty="0">
                <a:solidFill>
                  <a:srgbClr val="002060"/>
                </a:solidFill>
                <a:cs typeface="Arial" panose="020B0604020202020204" pitchFamily="34" charset="0"/>
              </a:rPr>
              <a:t>→ Lượng giá trị do thời gian LĐ quyết định</a:t>
            </a:r>
            <a:endParaRPr lang="en-US" sz="4200" b="1" dirty="0">
              <a:solidFill>
                <a:srgbClr val="002060"/>
              </a:solidFill>
              <a:cs typeface="Arial" panose="020B0604020202020204" pitchFamily="34" charset="0"/>
            </a:endParaRPr>
          </a:p>
          <a:p>
            <a:pPr marL="571500" indent="-571500" algn="just">
              <a:buFont typeface="Wingdings" panose="05000000000000000000" pitchFamily="2" charset="2"/>
              <a:buChar char="§"/>
              <a:defRPr/>
            </a:pPr>
            <a:r>
              <a:rPr lang="en-US" sz="4200" b="1" dirty="0" err="1">
                <a:solidFill>
                  <a:srgbClr val="002060"/>
                </a:solidFill>
                <a:cs typeface="Arial" panose="020B0604020202020204" pitchFamily="34" charset="0"/>
              </a:rPr>
              <a:t>Cùng</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sản</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xuất</a:t>
            </a:r>
            <a:r>
              <a:rPr lang="en-US" sz="4200" b="1" dirty="0">
                <a:solidFill>
                  <a:srgbClr val="002060"/>
                </a:solidFill>
                <a:cs typeface="Arial" panose="020B0604020202020204" pitchFamily="34" charset="0"/>
              </a:rPr>
              <a:t> ra 1 </a:t>
            </a:r>
            <a:r>
              <a:rPr lang="en-US" sz="4200" b="1" dirty="0" err="1">
                <a:solidFill>
                  <a:srgbClr val="002060"/>
                </a:solidFill>
                <a:cs typeface="Arial" panose="020B0604020202020204" pitchFamily="34" charset="0"/>
              </a:rPr>
              <a:t>loại</a:t>
            </a:r>
            <a:r>
              <a:rPr lang="en-US" sz="4200" b="1" dirty="0">
                <a:solidFill>
                  <a:srgbClr val="002060"/>
                </a:solidFill>
                <a:cs typeface="Arial" panose="020B0604020202020204" pitchFamily="34" charset="0"/>
              </a:rPr>
              <a:t> H</a:t>
            </a:r>
            <a:r>
              <a:rPr lang="en-US" sz="4200" b="1" baseline="30000" dirty="0">
                <a:solidFill>
                  <a:srgbClr val="002060"/>
                </a:solidFill>
                <a:cs typeface="Arial" panose="020B0604020202020204" pitchFamily="34" charset="0"/>
              </a:rPr>
              <a:t>2</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có</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nhiều</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nhà</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sản</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xuất</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khác</a:t>
            </a:r>
            <a:r>
              <a:rPr lang="en-US" sz="4200" b="1" dirty="0">
                <a:solidFill>
                  <a:srgbClr val="002060"/>
                </a:solidFill>
                <a:cs typeface="Arial" panose="020B0604020202020204" pitchFamily="34" charset="0"/>
              </a:rPr>
              <a:t> </a:t>
            </a:r>
            <a:r>
              <a:rPr lang="en-US" sz="4200" b="1" dirty="0" err="1">
                <a:solidFill>
                  <a:srgbClr val="002060"/>
                </a:solidFill>
                <a:cs typeface="Arial" panose="020B0604020202020204" pitchFamily="34" charset="0"/>
              </a:rPr>
              <a:t>nhau</a:t>
            </a:r>
            <a:endParaRPr lang="en-US" sz="4200" b="1" dirty="0">
              <a:solidFill>
                <a:srgbClr val="002060"/>
              </a:solidFill>
              <a:cs typeface="Arial" panose="020B0604020202020204" pitchFamily="34" charset="0"/>
            </a:endParaRPr>
          </a:p>
          <a:p>
            <a:pPr algn="just">
              <a:buNone/>
              <a:defRPr/>
            </a:pP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điều</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kiện</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sản</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xuất</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khác</a:t>
            </a:r>
            <a:r>
              <a:rPr lang="en-US" sz="4200" b="1" dirty="0">
                <a:solidFill>
                  <a:srgbClr val="002060"/>
                </a:solidFill>
                <a:cs typeface="Arial" panose="020B0604020202020204" pitchFamily="34" charset="0"/>
                <a:sym typeface="Wingdings" panose="05000000000000000000" pitchFamily="2" charset="2"/>
              </a:rPr>
              <a:t> (c/</a:t>
            </a:r>
            <a:r>
              <a:rPr lang="en-US" sz="4200" b="1" dirty="0" err="1">
                <a:solidFill>
                  <a:srgbClr val="002060"/>
                </a:solidFill>
                <a:cs typeface="Arial" panose="020B0604020202020204" pitchFamily="34" charset="0"/>
                <a:sym typeface="Wingdings" panose="05000000000000000000" pitchFamily="2" charset="2"/>
              </a:rPr>
              <a:t>cụ</a:t>
            </a:r>
            <a:r>
              <a:rPr lang="en-US" sz="4200" b="1" dirty="0">
                <a:solidFill>
                  <a:srgbClr val="002060"/>
                </a:solidFill>
                <a:cs typeface="Arial" panose="020B0604020202020204" pitchFamily="34" charset="0"/>
                <a:sym typeface="Wingdings" panose="05000000000000000000" pitchFamily="2" charset="2"/>
              </a:rPr>
              <a:t>, p/</a:t>
            </a:r>
            <a:r>
              <a:rPr lang="en-US" sz="4200" b="1" dirty="0" err="1">
                <a:solidFill>
                  <a:srgbClr val="002060"/>
                </a:solidFill>
                <a:cs typeface="Arial" panose="020B0604020202020204" pitchFamily="34" charset="0"/>
                <a:sym typeface="Wingdings" panose="05000000000000000000" pitchFamily="2" charset="2"/>
              </a:rPr>
              <a:t>pháp</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tổ</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chức</a:t>
            </a:r>
            <a:r>
              <a:rPr lang="en-US" sz="4200" b="1" dirty="0">
                <a:solidFill>
                  <a:srgbClr val="002060"/>
                </a:solidFill>
                <a:cs typeface="Arial" panose="020B0604020202020204" pitchFamily="34" charset="0"/>
                <a:sym typeface="Wingdings" panose="05000000000000000000" pitchFamily="2" charset="2"/>
              </a:rPr>
              <a:t> #)</a:t>
            </a:r>
          </a:p>
          <a:p>
            <a:pPr algn="just">
              <a:buNone/>
              <a:defRPr/>
            </a:pP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thời</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gian</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lao</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động</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cá</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biệt</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khác</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nhau</a:t>
            </a:r>
            <a:endParaRPr lang="en-US" sz="4200" b="1" dirty="0">
              <a:solidFill>
                <a:srgbClr val="002060"/>
              </a:solidFill>
              <a:cs typeface="Arial" panose="020B0604020202020204" pitchFamily="34" charset="0"/>
              <a:sym typeface="Wingdings" panose="05000000000000000000" pitchFamily="2" charset="2"/>
            </a:endParaRPr>
          </a:p>
          <a:p>
            <a:pPr marL="571500" indent="-571500" algn="just">
              <a:buFont typeface="Wingdings" panose="05000000000000000000" pitchFamily="2" charset="2"/>
              <a:buChar char="§"/>
              <a:defRPr/>
            </a:pPr>
            <a:r>
              <a:rPr lang="en-US" sz="4200" b="1" dirty="0">
                <a:solidFill>
                  <a:srgbClr val="002060"/>
                </a:solidFill>
                <a:cs typeface="Arial" panose="020B0604020202020204" pitchFamily="34" charset="0"/>
                <a:sym typeface="Wingdings" panose="05000000000000000000" pitchFamily="2" charset="2"/>
              </a:rPr>
              <a:t>TGLĐCB </a:t>
            </a:r>
            <a:r>
              <a:rPr lang="en-US" sz="4200" b="1" dirty="0" err="1">
                <a:solidFill>
                  <a:srgbClr val="002060"/>
                </a:solidFill>
                <a:cs typeface="Arial" panose="020B0604020202020204" pitchFamily="34" charset="0"/>
                <a:sym typeface="Wingdings" panose="05000000000000000000" pitchFamily="2" charset="2"/>
              </a:rPr>
              <a:t>của</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từng</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người</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sản</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xuất</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chỉ</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quyết</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định</a:t>
            </a:r>
            <a:r>
              <a:rPr lang="en-US" sz="4200" b="1" dirty="0">
                <a:solidFill>
                  <a:srgbClr val="002060"/>
                </a:solidFill>
                <a:cs typeface="Arial" panose="020B0604020202020204" pitchFamily="34" charset="0"/>
                <a:sym typeface="Wingdings" panose="05000000000000000000" pitchFamily="2" charset="2"/>
              </a:rPr>
              <a:t> GTCB </a:t>
            </a:r>
            <a:r>
              <a:rPr lang="en-US" sz="4200" b="1" dirty="0" err="1">
                <a:solidFill>
                  <a:srgbClr val="002060"/>
                </a:solidFill>
                <a:cs typeface="Arial" panose="020B0604020202020204" pitchFamily="34" charset="0"/>
                <a:sym typeface="Wingdings" panose="05000000000000000000" pitchFamily="2" charset="2"/>
              </a:rPr>
              <a:t>của</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hàng</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hóa</a:t>
            </a:r>
            <a:endParaRPr lang="en-US" sz="4200" b="1" dirty="0">
              <a:solidFill>
                <a:srgbClr val="002060"/>
              </a:solidFill>
              <a:cs typeface="Arial" panose="020B0604020202020204" pitchFamily="34" charset="0"/>
              <a:sym typeface="Wingdings" panose="05000000000000000000" pitchFamily="2" charset="2"/>
            </a:endParaRPr>
          </a:p>
          <a:p>
            <a:pPr marL="571500" indent="-571500" algn="just">
              <a:buFont typeface="Wingdings" panose="05000000000000000000" pitchFamily="2" charset="2"/>
              <a:buChar char="§"/>
              <a:defRPr/>
            </a:pPr>
            <a:r>
              <a:rPr lang="en-US" sz="4200" b="1" dirty="0" err="1">
                <a:solidFill>
                  <a:srgbClr val="002060"/>
                </a:solidFill>
                <a:cs typeface="Arial" panose="020B0604020202020204" pitchFamily="34" charset="0"/>
                <a:sym typeface="Wingdings" panose="05000000000000000000" pitchFamily="2" charset="2"/>
              </a:rPr>
              <a:t>Lượng</a:t>
            </a:r>
            <a:r>
              <a:rPr lang="en-US" sz="4200" b="1" dirty="0">
                <a:solidFill>
                  <a:srgbClr val="002060"/>
                </a:solidFill>
                <a:cs typeface="Arial" panose="020B0604020202020204" pitchFamily="34" charset="0"/>
                <a:sym typeface="Wingdings" panose="05000000000000000000" pitchFamily="2" charset="2"/>
              </a:rPr>
              <a:t> GTXH </a:t>
            </a:r>
            <a:r>
              <a:rPr lang="en-US" sz="4200" b="1" dirty="0" err="1">
                <a:solidFill>
                  <a:srgbClr val="002060"/>
                </a:solidFill>
                <a:cs typeface="Arial" panose="020B0604020202020204" pitchFamily="34" charset="0"/>
                <a:sym typeface="Wingdings" panose="05000000000000000000" pitchFamily="2" charset="2"/>
              </a:rPr>
              <a:t>của</a:t>
            </a:r>
            <a:r>
              <a:rPr lang="en-US" sz="4200" b="1" dirty="0">
                <a:solidFill>
                  <a:srgbClr val="002060"/>
                </a:solidFill>
                <a:cs typeface="Arial" panose="020B0604020202020204" pitchFamily="34" charset="0"/>
                <a:sym typeface="Wingdings" panose="05000000000000000000" pitchFamily="2" charset="2"/>
              </a:rPr>
              <a:t> H</a:t>
            </a:r>
            <a:r>
              <a:rPr lang="en-US" sz="4200" b="1" baseline="30000" dirty="0">
                <a:solidFill>
                  <a:srgbClr val="002060"/>
                </a:solidFill>
                <a:cs typeface="Arial" panose="020B0604020202020204" pitchFamily="34" charset="0"/>
                <a:sym typeface="Wingdings" panose="05000000000000000000" pitchFamily="2" charset="2"/>
              </a:rPr>
              <a:t>2</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được</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tính</a:t>
            </a:r>
            <a:r>
              <a:rPr lang="en-US" sz="4200" b="1" dirty="0">
                <a:solidFill>
                  <a:srgbClr val="002060"/>
                </a:solidFill>
                <a:cs typeface="Arial" panose="020B0604020202020204" pitchFamily="34" charset="0"/>
                <a:sym typeface="Wingdings" panose="05000000000000000000" pitchFamily="2" charset="2"/>
              </a:rPr>
              <a:t> </a:t>
            </a:r>
            <a:r>
              <a:rPr lang="en-US" sz="4200" b="1" dirty="0" err="1">
                <a:solidFill>
                  <a:srgbClr val="002060"/>
                </a:solidFill>
                <a:cs typeface="Arial" panose="020B0604020202020204" pitchFamily="34" charset="0"/>
                <a:sym typeface="Wingdings" panose="05000000000000000000" pitchFamily="2" charset="2"/>
              </a:rPr>
              <a:t>bằng</a:t>
            </a:r>
            <a:r>
              <a:rPr lang="en-US" sz="4200" b="1" dirty="0">
                <a:solidFill>
                  <a:srgbClr val="002060"/>
                </a:solidFill>
                <a:cs typeface="Arial" panose="020B0604020202020204" pitchFamily="34" charset="0"/>
                <a:sym typeface="Wingdings" panose="05000000000000000000" pitchFamily="2" charset="2"/>
              </a:rPr>
              <a:t> TGLĐXH</a:t>
            </a:r>
            <a:endParaRPr lang="vi-VN" sz="5400" b="1" dirty="0">
              <a:solidFill>
                <a:srgbClr val="002060"/>
              </a:solidFill>
              <a:cs typeface="Arial" panose="020B0604020202020204" pitchFamily="34" charset="0"/>
            </a:endParaRPr>
          </a:p>
        </p:txBody>
      </p:sp>
      <p:pic>
        <p:nvPicPr>
          <p:cNvPr id="6" name="Picture 5">
            <a:extLst>
              <a:ext uri="{FF2B5EF4-FFF2-40B4-BE49-F238E27FC236}">
                <a16:creationId xmlns:a16="http://schemas.microsoft.com/office/drawing/2014/main" id="{6D7DAB7A-ABF7-444A-B269-FD9DCFF8A33C}"/>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50954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barn(inVertical)">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barn(inVertical)">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arn(inVertical)">
                                      <p:cBhvr>
                                        <p:cTn id="28" dur="500"/>
                                        <p:tgtEl>
                                          <p:spTgt spid="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barn(inVertical)">
                                      <p:cBhvr>
                                        <p:cTn id="33" dur="500"/>
                                        <p:tgtEl>
                                          <p:spTgt spid="5">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5">
                                            <p:txEl>
                                              <p:pRg st="4" end="4"/>
                                            </p:txEl>
                                          </p:spTgt>
                                        </p:tgtEl>
                                        <p:attrNameLst>
                                          <p:attrName>style.visibility</p:attrName>
                                        </p:attrNameLst>
                                      </p:cBhvr>
                                      <p:to>
                                        <p:strVal val="visible"/>
                                      </p:to>
                                    </p:set>
                                    <p:animEffect transition="in" filter="barn(inVertical)">
                                      <p:cBhvr>
                                        <p:cTn id="38" dur="500"/>
                                        <p:tgtEl>
                                          <p:spTgt spid="5">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Effect transition="in" filter="barn(inVertical)">
                                      <p:cBhvr>
                                        <p:cTn id="43" dur="500"/>
                                        <p:tgtEl>
                                          <p:spTgt spid="5">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5">
                                            <p:txEl>
                                              <p:pRg st="6" end="6"/>
                                            </p:txEl>
                                          </p:spTgt>
                                        </p:tgtEl>
                                        <p:attrNameLst>
                                          <p:attrName>style.visibility</p:attrName>
                                        </p:attrNameLst>
                                      </p:cBhvr>
                                      <p:to>
                                        <p:strVal val="visible"/>
                                      </p:to>
                                    </p:set>
                                    <p:animEffect transition="in" filter="barn(inVertical)">
                                      <p:cBhvr>
                                        <p:cTn id="48" dur="500"/>
                                        <p:tgtEl>
                                          <p:spTgt spid="5">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animEffect transition="in" filter="barn(inVertical)">
                                      <p:cBhvr>
                                        <p:cTn id="53" dur="500"/>
                                        <p:tgtEl>
                                          <p:spTgt spid="5">
                                            <p:txEl>
                                              <p:pRg st="7" end="7"/>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nodeType="clickEffect">
                                  <p:stCondLst>
                                    <p:cond delay="0"/>
                                  </p:stCondLst>
                                  <p:childTnLst>
                                    <p:set>
                                      <p:cBhvr>
                                        <p:cTn id="57" dur="1" fill="hold">
                                          <p:stCondLst>
                                            <p:cond delay="0"/>
                                          </p:stCondLst>
                                        </p:cTn>
                                        <p:tgtEl>
                                          <p:spTgt spid="5">
                                            <p:txEl>
                                              <p:pRg st="8" end="8"/>
                                            </p:txEl>
                                          </p:spTgt>
                                        </p:tgtEl>
                                        <p:attrNameLst>
                                          <p:attrName>style.visibility</p:attrName>
                                        </p:attrNameLst>
                                      </p:cBhvr>
                                      <p:to>
                                        <p:strVal val="visible"/>
                                      </p:to>
                                    </p:set>
                                    <p:animEffect transition="in" filter="barn(inVertical)">
                                      <p:cBhvr>
                                        <p:cTn id="58"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6AA81D7D-404A-853B-4CA0-D82D1B914B54}"/>
              </a:ext>
            </a:extLst>
          </p:cNvPr>
          <p:cNvSpPr>
            <a:spLocks noChangeArrowheads="1"/>
          </p:cNvSpPr>
          <p:nvPr/>
        </p:nvSpPr>
        <p:spPr bwMode="gray">
          <a:xfrm>
            <a:off x="4343400" y="2463800"/>
            <a:ext cx="9296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THƯỚC ĐO LƯỢNG GIÁ TRỊ HÀNG HÓA</a:t>
            </a:r>
          </a:p>
        </p:txBody>
      </p:sp>
      <p:sp>
        <p:nvSpPr>
          <p:cNvPr id="3" name="TextBox 2">
            <a:extLst>
              <a:ext uri="{FF2B5EF4-FFF2-40B4-BE49-F238E27FC236}">
                <a16:creationId xmlns:a16="http://schemas.microsoft.com/office/drawing/2014/main" id="{8CC82DCF-8FCE-1877-38D7-4C0D2CF2BB03}"/>
              </a:ext>
            </a:extLst>
          </p:cNvPr>
          <p:cNvSpPr txBox="1">
            <a:spLocks noChangeArrowheads="1"/>
          </p:cNvSpPr>
          <p:nvPr/>
        </p:nvSpPr>
        <p:spPr bwMode="auto">
          <a:xfrm>
            <a:off x="1676401" y="3800118"/>
            <a:ext cx="15011399" cy="7325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buFont typeface="Wingdings" panose="05000000000000000000" pitchFamily="2" charset="2"/>
              <a:buChar char="§"/>
              <a:defRPr/>
            </a:pPr>
            <a:r>
              <a:rPr lang="vi-VN" sz="5000" b="1">
                <a:solidFill>
                  <a:srgbClr val="002060"/>
                </a:solidFill>
                <a:cs typeface="Arial" panose="020B0604020202020204" pitchFamily="34" charset="0"/>
              </a:rPr>
              <a:t>TGLĐXH: thời gian cần thiết để sx ra 1 H² trong điều kiện bình thường của xã hội, tức là với:</a:t>
            </a:r>
            <a:r>
              <a:rPr lang="en-US" sz="5000" b="1">
                <a:solidFill>
                  <a:srgbClr val="002060"/>
                </a:solidFill>
                <a:cs typeface="Arial" panose="020B0604020202020204" pitchFamily="34" charset="0"/>
              </a:rPr>
              <a:t> (1) </a:t>
            </a:r>
            <a:r>
              <a:rPr lang="vi-VN" sz="5000" b="1">
                <a:solidFill>
                  <a:srgbClr val="002060"/>
                </a:solidFill>
                <a:cs typeface="Arial" panose="020B0604020202020204" pitchFamily="34" charset="0"/>
              </a:rPr>
              <a:t>trình độ kỹ thuật </a:t>
            </a:r>
            <a:r>
              <a:rPr lang="vi-VN" sz="5000" b="1">
                <a:solidFill>
                  <a:srgbClr val="FF0000"/>
                </a:solidFill>
                <a:cs typeface="Arial" panose="020B0604020202020204" pitchFamily="34" charset="0"/>
              </a:rPr>
              <a:t>trung bình</a:t>
            </a:r>
            <a:r>
              <a:rPr lang="en-US" sz="5000" b="1">
                <a:solidFill>
                  <a:srgbClr val="002060"/>
                </a:solidFill>
                <a:cs typeface="Arial" panose="020B0604020202020204" pitchFamily="34" charset="0"/>
              </a:rPr>
              <a:t>; (2) </a:t>
            </a:r>
            <a:r>
              <a:rPr lang="vi-VN" sz="5000" b="1">
                <a:solidFill>
                  <a:srgbClr val="002060"/>
                </a:solidFill>
                <a:cs typeface="Arial" panose="020B0604020202020204" pitchFamily="34" charset="0"/>
              </a:rPr>
              <a:t>trình độ khéo léo </a:t>
            </a:r>
            <a:r>
              <a:rPr lang="vi-VN" sz="5000" b="1">
                <a:solidFill>
                  <a:srgbClr val="FF0000"/>
                </a:solidFill>
                <a:cs typeface="Arial" panose="020B0604020202020204" pitchFamily="34" charset="0"/>
              </a:rPr>
              <a:t>trung bình</a:t>
            </a:r>
            <a:r>
              <a:rPr lang="en-US" sz="5000" b="1">
                <a:solidFill>
                  <a:srgbClr val="002060"/>
                </a:solidFill>
                <a:cs typeface="Arial" panose="020B0604020202020204" pitchFamily="34" charset="0"/>
              </a:rPr>
              <a:t>; (3) </a:t>
            </a:r>
            <a:r>
              <a:rPr lang="vi-VN" sz="5000" b="1">
                <a:solidFill>
                  <a:srgbClr val="002060"/>
                </a:solidFill>
                <a:cs typeface="Arial" panose="020B0604020202020204" pitchFamily="34" charset="0"/>
              </a:rPr>
              <a:t>cường độ lao động </a:t>
            </a:r>
            <a:r>
              <a:rPr lang="vi-VN" sz="5000" b="1">
                <a:solidFill>
                  <a:srgbClr val="FF0000"/>
                </a:solidFill>
                <a:cs typeface="Arial" panose="020B0604020202020204" pitchFamily="34" charset="0"/>
              </a:rPr>
              <a:t>trung bình</a:t>
            </a:r>
            <a:r>
              <a:rPr lang="en-US" sz="5000" b="1">
                <a:solidFill>
                  <a:srgbClr val="FF0000"/>
                </a:solidFill>
                <a:cs typeface="Arial" panose="020B0604020202020204" pitchFamily="34" charset="0"/>
              </a:rPr>
              <a:t> </a:t>
            </a:r>
            <a:r>
              <a:rPr lang="vi-VN" sz="5000" b="1">
                <a:solidFill>
                  <a:srgbClr val="002060"/>
                </a:solidFill>
                <a:cs typeface="Arial" panose="020B0604020202020204" pitchFamily="34" charset="0"/>
              </a:rPr>
              <a:t>so với hoàn cảnh xã hội nhất định</a:t>
            </a:r>
          </a:p>
          <a:p>
            <a:pPr marL="571500" indent="-571500" algn="just">
              <a:buFont typeface="Wingdings" panose="05000000000000000000" pitchFamily="2" charset="2"/>
              <a:buChar char="§"/>
              <a:defRPr/>
            </a:pPr>
            <a:r>
              <a:rPr lang="vi-VN" sz="5000" b="1">
                <a:solidFill>
                  <a:srgbClr val="002060"/>
                </a:solidFill>
                <a:cs typeface="Arial" panose="020B0604020202020204" pitchFamily="34" charset="0"/>
              </a:rPr>
              <a:t>Thông thường</a:t>
            </a:r>
            <a:r>
              <a:rPr lang="en-US" sz="5000" b="1">
                <a:solidFill>
                  <a:srgbClr val="002060"/>
                </a:solidFill>
                <a:cs typeface="Arial" panose="020B0604020202020204" pitchFamily="34" charset="0"/>
              </a:rPr>
              <a:t> </a:t>
            </a:r>
            <a:r>
              <a:rPr lang="vi-VN" sz="5000" b="1">
                <a:solidFill>
                  <a:srgbClr val="002060"/>
                </a:solidFill>
                <a:cs typeface="Arial" panose="020B0604020202020204" pitchFamily="34" charset="0"/>
              </a:rPr>
              <a:t>TGLĐXH trùng hợp với </a:t>
            </a:r>
            <a:r>
              <a:rPr lang="en-US" sz="5000" b="1">
                <a:solidFill>
                  <a:srgbClr val="002060"/>
                </a:solidFill>
                <a:cs typeface="Arial" panose="020B0604020202020204" pitchFamily="34" charset="0"/>
              </a:rPr>
              <a:t>TGLĐCB </a:t>
            </a:r>
            <a:r>
              <a:rPr lang="vi-VN" sz="5000" b="1">
                <a:solidFill>
                  <a:srgbClr val="002060"/>
                </a:solidFill>
                <a:cs typeface="Arial" panose="020B0604020202020204" pitchFamily="34" charset="0"/>
              </a:rPr>
              <a:t>của người cung cấp đại bộ phận hàng hóa nào đó trên thị trường.</a:t>
            </a:r>
          </a:p>
          <a:p>
            <a:pPr marL="571500" indent="-571500" algn="just">
              <a:buFont typeface="Wingdings" panose="05000000000000000000" pitchFamily="2" charset="2"/>
              <a:buChar char="§"/>
              <a:defRPr/>
            </a:pPr>
            <a:r>
              <a:rPr lang="vi-VN" sz="5000" b="1">
                <a:solidFill>
                  <a:srgbClr val="002060"/>
                </a:solidFill>
                <a:cs typeface="Arial" panose="020B0604020202020204" pitchFamily="34" charset="0"/>
              </a:rPr>
              <a:t>TGLĐXH được hình thành ở trên thị trường</a:t>
            </a:r>
          </a:p>
        </p:txBody>
      </p:sp>
      <p:pic>
        <p:nvPicPr>
          <p:cNvPr id="4" name="Picture 3">
            <a:extLst>
              <a:ext uri="{FF2B5EF4-FFF2-40B4-BE49-F238E27FC236}">
                <a16:creationId xmlns:a16="http://schemas.microsoft.com/office/drawing/2014/main" id="{A3AC36E6-0666-4FB7-BBF2-EA8C2973BA47}"/>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38657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barn(inVertical)">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barn(inVertical)">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barn(inVertical)">
                                      <p:cBhvr>
                                        <p:cTn id="2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F868FE23-29BE-9396-E561-AF1B590E8F88}"/>
              </a:ext>
            </a:extLst>
          </p:cNvPr>
          <p:cNvSpPr txBox="1">
            <a:spLocks noChangeArrowheads="1"/>
          </p:cNvSpPr>
          <p:nvPr/>
        </p:nvSpPr>
        <p:spPr bwMode="auto">
          <a:xfrm>
            <a:off x="1676400" y="4572298"/>
            <a:ext cx="14859000" cy="7848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20000"/>
              </a:lnSpc>
              <a:spcBef>
                <a:spcPct val="0"/>
              </a:spcBef>
              <a:buClr>
                <a:schemeClr val="tx1"/>
              </a:buClr>
              <a:buFont typeface="Wingdings" panose="05000000000000000000" pitchFamily="2" charset="2"/>
              <a:buNone/>
            </a:pPr>
            <a:r>
              <a:rPr lang="en-US" altLang="en-US" sz="6000">
                <a:solidFill>
                  <a:srgbClr val="002060"/>
                </a:solidFill>
                <a:ea typeface="MS PGothic" panose="020B0600070205080204" pitchFamily="34" charset="-128"/>
              </a:rPr>
              <a:t>Có 4 nhóm người sản xuất cùng làm ra một loại hàng hóa. Nhóm I hao phí sản xuất cho 1 đơn vị HH là </a:t>
            </a:r>
            <a:r>
              <a:rPr lang="en-US" altLang="en-US" sz="6000">
                <a:solidFill>
                  <a:srgbClr val="002060"/>
                </a:solidFill>
                <a:highlight>
                  <a:srgbClr val="00FF00"/>
                </a:highlight>
                <a:ea typeface="MS PGothic" panose="020B0600070205080204" pitchFamily="34" charset="-128"/>
              </a:rPr>
              <a:t>3h</a:t>
            </a:r>
            <a:r>
              <a:rPr lang="en-US" altLang="en-US" sz="6000">
                <a:solidFill>
                  <a:srgbClr val="002060"/>
                </a:solidFill>
                <a:ea typeface="MS PGothic" panose="020B0600070205080204" pitchFamily="34" charset="-128"/>
              </a:rPr>
              <a:t> và làm được 100 HH; tương tự, nhóm II là </a:t>
            </a:r>
            <a:r>
              <a:rPr lang="en-US" altLang="en-US" sz="6000">
                <a:solidFill>
                  <a:srgbClr val="002060"/>
                </a:solidFill>
                <a:highlight>
                  <a:srgbClr val="00FF00"/>
                </a:highlight>
                <a:ea typeface="MS PGothic" panose="020B0600070205080204" pitchFamily="34" charset="-128"/>
              </a:rPr>
              <a:t>5h</a:t>
            </a:r>
            <a:r>
              <a:rPr lang="en-US" altLang="en-US" sz="6000">
                <a:solidFill>
                  <a:srgbClr val="002060"/>
                </a:solidFill>
                <a:ea typeface="MS PGothic" panose="020B0600070205080204" pitchFamily="34" charset="-128"/>
              </a:rPr>
              <a:t> và 600 HH, nhóm III LÀ </a:t>
            </a:r>
            <a:r>
              <a:rPr lang="en-US" altLang="en-US" sz="6000">
                <a:solidFill>
                  <a:srgbClr val="002060"/>
                </a:solidFill>
                <a:highlight>
                  <a:srgbClr val="00FF00"/>
                </a:highlight>
                <a:ea typeface="MS PGothic" panose="020B0600070205080204" pitchFamily="34" charset="-128"/>
              </a:rPr>
              <a:t>6h</a:t>
            </a:r>
            <a:r>
              <a:rPr lang="en-US" altLang="en-US" sz="6000">
                <a:solidFill>
                  <a:srgbClr val="002060"/>
                </a:solidFill>
                <a:ea typeface="MS PGothic" panose="020B0600070205080204" pitchFamily="34" charset="-128"/>
              </a:rPr>
              <a:t> và 200 HH và nhóm IV là </a:t>
            </a:r>
            <a:r>
              <a:rPr lang="en-US" altLang="en-US" sz="6000">
                <a:solidFill>
                  <a:srgbClr val="002060"/>
                </a:solidFill>
                <a:highlight>
                  <a:srgbClr val="00FF00"/>
                </a:highlight>
                <a:ea typeface="MS PGothic" panose="020B0600070205080204" pitchFamily="34" charset="-128"/>
              </a:rPr>
              <a:t>7h</a:t>
            </a:r>
            <a:r>
              <a:rPr lang="en-US" altLang="en-US" sz="6000">
                <a:solidFill>
                  <a:srgbClr val="002060"/>
                </a:solidFill>
                <a:ea typeface="MS PGothic" panose="020B0600070205080204" pitchFamily="34" charset="-128"/>
              </a:rPr>
              <a:t> và 100 HH. Hãy tính TGLĐXH để làm ra một đơn vị hàng hóa?</a:t>
            </a:r>
            <a:endParaRPr lang="fr-CA" altLang="en-US" sz="6000" b="1">
              <a:solidFill>
                <a:srgbClr val="002060"/>
              </a:solidFill>
              <a:ea typeface="MS PGothic" panose="020B0600070205080204" pitchFamily="34" charset="-128"/>
            </a:endParaRPr>
          </a:p>
        </p:txBody>
      </p:sp>
      <p:sp>
        <p:nvSpPr>
          <p:cNvPr id="5" name="AutoShape 7">
            <a:extLst>
              <a:ext uri="{FF2B5EF4-FFF2-40B4-BE49-F238E27FC236}">
                <a16:creationId xmlns:a16="http://schemas.microsoft.com/office/drawing/2014/main" id="{29A5A2C7-A621-E976-8587-5E4A8DEC2AAD}"/>
              </a:ext>
            </a:extLst>
          </p:cNvPr>
          <p:cNvSpPr>
            <a:spLocks noChangeArrowheads="1"/>
          </p:cNvSpPr>
          <p:nvPr/>
        </p:nvSpPr>
        <p:spPr bwMode="gray">
          <a:xfrm>
            <a:off x="4267200" y="2108200"/>
            <a:ext cx="93726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THƯỚC ĐO LƯỢNG GIÁ TRỊ HÀNG HÓA</a:t>
            </a:r>
          </a:p>
        </p:txBody>
      </p:sp>
      <p:sp>
        <p:nvSpPr>
          <p:cNvPr id="6" name="AutoShape 5">
            <a:extLst>
              <a:ext uri="{FF2B5EF4-FFF2-40B4-BE49-F238E27FC236}">
                <a16:creationId xmlns:a16="http://schemas.microsoft.com/office/drawing/2014/main" id="{27F30629-B5E1-3FE8-B1C5-A4C1636030D0}"/>
              </a:ext>
            </a:extLst>
          </p:cNvPr>
          <p:cNvSpPr>
            <a:spLocks noChangeArrowheads="1"/>
          </p:cNvSpPr>
          <p:nvPr/>
        </p:nvSpPr>
        <p:spPr bwMode="gray">
          <a:xfrm>
            <a:off x="1701800" y="3505200"/>
            <a:ext cx="995680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ClrTx/>
              <a:buNone/>
              <a:defRPr/>
            </a:pPr>
            <a:r>
              <a:rPr lang="en-US" altLang="en-US" b="1">
                <a:solidFill>
                  <a:srgbClr val="002060"/>
                </a:solidFill>
              </a:rPr>
              <a:t>VÍ DỤ THỜI GIAN LAO ĐỘNG XÃ HỘI CẦN THIẾT</a:t>
            </a:r>
          </a:p>
        </p:txBody>
      </p:sp>
      <p:pic>
        <p:nvPicPr>
          <p:cNvPr id="7" name="Picture 6">
            <a:extLst>
              <a:ext uri="{FF2B5EF4-FFF2-40B4-BE49-F238E27FC236}">
                <a16:creationId xmlns:a16="http://schemas.microsoft.com/office/drawing/2014/main" id="{F6B7B3D0-64C9-4596-9C2D-65ABA19CCBBA}"/>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0551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4"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9747870-DD4C-E119-47FD-D2B39CBE3523}"/>
              </a:ext>
            </a:extLst>
          </p:cNvPr>
          <p:cNvSpPr>
            <a:spLocks noChangeArrowheads="1"/>
          </p:cNvSpPr>
          <p:nvPr/>
        </p:nvSpPr>
        <p:spPr bwMode="gray">
          <a:xfrm>
            <a:off x="3712028" y="2316101"/>
            <a:ext cx="11582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NHÂN TỐ ẢNH HƯỞNG ĐẾN LƯỢNG GIÁ TRỊ</a:t>
            </a:r>
          </a:p>
        </p:txBody>
      </p:sp>
      <p:pic>
        <p:nvPicPr>
          <p:cNvPr id="3" name="Picture 2">
            <a:extLst>
              <a:ext uri="{FF2B5EF4-FFF2-40B4-BE49-F238E27FC236}">
                <a16:creationId xmlns:a16="http://schemas.microsoft.com/office/drawing/2014/main" id="{69B0EBB9-B6F4-6A0F-2DE7-518C16A18126}"/>
              </a:ext>
            </a:extLst>
          </p:cNvPr>
          <p:cNvPicPr>
            <a:picLocks noChangeAspect="1"/>
          </p:cNvPicPr>
          <p:nvPr/>
        </p:nvPicPr>
        <p:blipFill>
          <a:blip r:embed="rId2"/>
          <a:stretch>
            <a:fillRect/>
          </a:stretch>
        </p:blipFill>
        <p:spPr>
          <a:xfrm>
            <a:off x="1676399" y="5448300"/>
            <a:ext cx="4114801" cy="640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1EB9CE80-734D-3038-C7E2-B358A5EDAFC1}"/>
              </a:ext>
            </a:extLst>
          </p:cNvPr>
          <p:cNvSpPr txBox="1">
            <a:spLocks noChangeArrowheads="1"/>
          </p:cNvSpPr>
          <p:nvPr/>
        </p:nvSpPr>
        <p:spPr bwMode="auto">
          <a:xfrm>
            <a:off x="6397626" y="4272808"/>
            <a:ext cx="10213974" cy="7614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 typeface="Wingdings" panose="05000000000000000000" pitchFamily="2" charset="2"/>
              <a:buNone/>
              <a:defRPr/>
            </a:pPr>
            <a:r>
              <a:rPr lang="en-US" sz="5200" b="1">
                <a:solidFill>
                  <a:srgbClr val="002060"/>
                </a:solidFill>
                <a:latin typeface="+mn-lt"/>
              </a:rPr>
              <a:t>- NSLĐ là năng lực sản xuất = số lượng hàng hóa làm ra trong một đơn vị thời gian hoặc thời gian để làm ra một đơn vị hàng hóa;</a:t>
            </a:r>
          </a:p>
          <a:p>
            <a:pPr algn="just">
              <a:buFont typeface="Wingdings" panose="05000000000000000000" pitchFamily="2" charset="2"/>
              <a:buNone/>
              <a:defRPr/>
            </a:pPr>
            <a:r>
              <a:rPr lang="en-US" sz="5200" b="1">
                <a:solidFill>
                  <a:srgbClr val="002060"/>
                </a:solidFill>
                <a:latin typeface="+mn-lt"/>
              </a:rPr>
              <a:t>- NSLĐ tỷ lệ nghịch với lượng giá trị của một hàng hóa;</a:t>
            </a:r>
          </a:p>
          <a:p>
            <a:pPr algn="just">
              <a:buFont typeface="Wingdings" panose="05000000000000000000" pitchFamily="2" charset="2"/>
              <a:buNone/>
              <a:defRPr/>
            </a:pPr>
            <a:r>
              <a:rPr lang="en-US" sz="5200" b="1">
                <a:solidFill>
                  <a:srgbClr val="002060"/>
                </a:solidFill>
                <a:latin typeface="+mn-lt"/>
              </a:rPr>
              <a:t>- NSLĐ phụ thuộc vào: (1) trình độ NLĐ; (2) chất lượng của CCLĐ; (3) hiệu quả tổ chức, quản lý</a:t>
            </a:r>
          </a:p>
        </p:txBody>
      </p:sp>
      <p:sp>
        <p:nvSpPr>
          <p:cNvPr id="8" name="AutoShape 5">
            <a:extLst>
              <a:ext uri="{FF2B5EF4-FFF2-40B4-BE49-F238E27FC236}">
                <a16:creationId xmlns:a16="http://schemas.microsoft.com/office/drawing/2014/main" id="{235F3E29-3824-46DD-38B9-11B5958DA576}"/>
              </a:ext>
            </a:extLst>
          </p:cNvPr>
          <p:cNvSpPr>
            <a:spLocks noChangeArrowheads="1"/>
          </p:cNvSpPr>
          <p:nvPr/>
        </p:nvSpPr>
        <p:spPr bwMode="gray">
          <a:xfrm>
            <a:off x="1695450" y="3657600"/>
            <a:ext cx="432435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ln w="0"/>
                <a:solidFill>
                  <a:srgbClr val="002060"/>
                </a:solidFill>
              </a:rPr>
              <a:t>(1) NĂNG SUẤT LĐ</a:t>
            </a:r>
          </a:p>
        </p:txBody>
      </p:sp>
      <p:pic>
        <p:nvPicPr>
          <p:cNvPr id="6" name="Picture 5">
            <a:extLst>
              <a:ext uri="{FF2B5EF4-FFF2-40B4-BE49-F238E27FC236}">
                <a16:creationId xmlns:a16="http://schemas.microsoft.com/office/drawing/2014/main" id="{8386F00D-0E30-42DD-BFA1-3805E01A828A}"/>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71647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barn(inVertical)">
                                      <p:cBhvr>
                                        <p:cTn id="30" dur="500"/>
                                        <p:tgtEl>
                                          <p:spTgt spid="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animEffect transition="in" filter="barn(inVertical)">
                                      <p:cBhvr>
                                        <p:cTn id="35" dur="500"/>
                                        <p:tgtEl>
                                          <p:spTgt spid="7">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7">
                                            <p:txEl>
                                              <p:pRg st="2" end="2"/>
                                            </p:txEl>
                                          </p:spTgt>
                                        </p:tgtEl>
                                        <p:attrNameLst>
                                          <p:attrName>style.visibility</p:attrName>
                                        </p:attrNameLst>
                                      </p:cBhvr>
                                      <p:to>
                                        <p:strVal val="visible"/>
                                      </p:to>
                                    </p:set>
                                    <p:animEffect transition="in" filter="barn(inVertical)">
                                      <p:cBhvr>
                                        <p:cTn id="40"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26A4E9E6-4C4E-B2DE-C58F-122C3E5B9A0D}"/>
              </a:ext>
            </a:extLst>
          </p:cNvPr>
          <p:cNvSpPr>
            <a:spLocks noChangeArrowheads="1"/>
          </p:cNvSpPr>
          <p:nvPr/>
        </p:nvSpPr>
        <p:spPr bwMode="gray">
          <a:xfrm>
            <a:off x="3733800" y="2362200"/>
            <a:ext cx="11582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NHÂN TỐ ẢNH HƯỞNG ĐẾN LƯỢNG GIÁ TRỊ</a:t>
            </a:r>
          </a:p>
        </p:txBody>
      </p:sp>
      <p:sp>
        <p:nvSpPr>
          <p:cNvPr id="5" name="TextBox 4">
            <a:extLst>
              <a:ext uri="{FF2B5EF4-FFF2-40B4-BE49-F238E27FC236}">
                <a16:creationId xmlns:a16="http://schemas.microsoft.com/office/drawing/2014/main" id="{010C7D7E-1F06-121F-6681-84A7EB0DE29F}"/>
              </a:ext>
            </a:extLst>
          </p:cNvPr>
          <p:cNvSpPr txBox="1">
            <a:spLocks noChangeArrowheads="1"/>
          </p:cNvSpPr>
          <p:nvPr/>
        </p:nvSpPr>
        <p:spPr bwMode="auto">
          <a:xfrm>
            <a:off x="1676400" y="4800600"/>
            <a:ext cx="15240000" cy="7454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 typeface="Wingdings" panose="05000000000000000000" pitchFamily="2" charset="2"/>
              <a:buNone/>
              <a:defRPr/>
            </a:pPr>
            <a:r>
              <a:rPr lang="en-US" sz="5200" b="1">
                <a:solidFill>
                  <a:srgbClr val="002060"/>
                </a:solidFill>
                <a:latin typeface="+mn-lt"/>
              </a:rPr>
              <a:t>Xét trên 1 đơn vị sản phẩm:</a:t>
            </a:r>
          </a:p>
          <a:p>
            <a:pPr algn="just">
              <a:buFont typeface="Wingdings" panose="05000000000000000000" pitchFamily="2" charset="2"/>
              <a:buNone/>
              <a:defRPr/>
            </a:pPr>
            <a:r>
              <a:rPr lang="en-US" sz="5200" b="1">
                <a:solidFill>
                  <a:srgbClr val="002060"/>
                </a:solidFill>
                <a:latin typeface="+mn-lt"/>
              </a:rPr>
              <a:t>NSLĐ </a:t>
            </a:r>
            <a:r>
              <a:rPr lang="en-US" sz="5200" b="1">
                <a:solidFill>
                  <a:srgbClr val="002060"/>
                </a:solidFill>
                <a:latin typeface="+mn-lt"/>
                <a:sym typeface="Wingdings" panose="05000000000000000000" pitchFamily="2" charset="2"/>
              </a:rPr>
              <a:t>  GT mới  (có ý nghĩa tuyệt đối)</a:t>
            </a:r>
          </a:p>
          <a:p>
            <a:pPr algn="just">
              <a:buFont typeface="Wingdings" panose="05000000000000000000" pitchFamily="2" charset="2"/>
              <a:buNone/>
              <a:defRPr/>
            </a:pPr>
            <a:r>
              <a:rPr lang="en-US" sz="5200" b="1">
                <a:solidFill>
                  <a:srgbClr val="002060"/>
                </a:solidFill>
                <a:latin typeface="+mn-lt"/>
                <a:sym typeface="Wingdings" panose="05000000000000000000" pitchFamily="2" charset="2"/>
              </a:rPr>
              <a:t>GT 1 H</a:t>
            </a:r>
            <a:r>
              <a:rPr lang="en-US" sz="5200" b="1" baseline="30000">
                <a:solidFill>
                  <a:srgbClr val="002060"/>
                </a:solidFill>
                <a:latin typeface="+mn-lt"/>
                <a:sym typeface="Wingdings" panose="05000000000000000000" pitchFamily="2" charset="2"/>
              </a:rPr>
              <a:t>2</a:t>
            </a:r>
            <a:r>
              <a:rPr lang="en-US" sz="5200" b="1">
                <a:solidFill>
                  <a:srgbClr val="002060"/>
                </a:solidFill>
                <a:latin typeface="+mn-lt"/>
                <a:sym typeface="Wingdings" panose="05000000000000000000" pitchFamily="2" charset="2"/>
              </a:rPr>
              <a:t> = GT cũ TLSX + GT mới (LĐTT – HPSLĐ)</a:t>
            </a:r>
          </a:p>
          <a:p>
            <a:pPr marL="685800" indent="-685800" algn="just">
              <a:buFontTx/>
              <a:buChar char="-"/>
              <a:defRPr/>
            </a:pPr>
            <a:r>
              <a:rPr lang="en-US" sz="5200" b="1">
                <a:solidFill>
                  <a:srgbClr val="002060"/>
                </a:solidFill>
                <a:latin typeface="+mn-lt"/>
                <a:sym typeface="Wingdings" panose="05000000000000000000" pitchFamily="2" charset="2"/>
              </a:rPr>
              <a:t>GT TLSX không đổi  GT 1 H</a:t>
            </a:r>
            <a:r>
              <a:rPr lang="en-US" sz="5200" b="1" baseline="30000">
                <a:solidFill>
                  <a:srgbClr val="002060"/>
                </a:solidFill>
                <a:latin typeface="+mn-lt"/>
                <a:sym typeface="Wingdings" panose="05000000000000000000" pitchFamily="2" charset="2"/>
              </a:rPr>
              <a:t>2</a:t>
            </a:r>
            <a:r>
              <a:rPr lang="en-US" sz="5200" b="1">
                <a:solidFill>
                  <a:srgbClr val="002060"/>
                </a:solidFill>
                <a:latin typeface="+mn-lt"/>
                <a:sym typeface="Wingdings" panose="05000000000000000000" pitchFamily="2" charset="2"/>
              </a:rPr>
              <a:t> </a:t>
            </a:r>
            <a:r>
              <a:rPr lang="en-US" sz="5200" b="1">
                <a:solidFill>
                  <a:srgbClr val="002060"/>
                </a:solidFill>
                <a:sym typeface="Wingdings" panose="05000000000000000000" pitchFamily="2" charset="2"/>
              </a:rPr>
              <a:t></a:t>
            </a:r>
          </a:p>
          <a:p>
            <a:pPr marL="685800" indent="-685800" algn="just">
              <a:buFontTx/>
              <a:buChar char="-"/>
              <a:defRPr/>
            </a:pPr>
            <a:r>
              <a:rPr lang="en-US" sz="5200" b="1">
                <a:solidFill>
                  <a:srgbClr val="002060"/>
                </a:solidFill>
                <a:latin typeface="+mn-lt"/>
                <a:sym typeface="Wingdings" panose="05000000000000000000" pitchFamily="2" charset="2"/>
              </a:rPr>
              <a:t>GT TLSX </a:t>
            </a:r>
            <a:r>
              <a:rPr lang="en-US" sz="5200" b="1">
                <a:solidFill>
                  <a:srgbClr val="002060"/>
                </a:solidFill>
                <a:sym typeface="Wingdings" panose="05000000000000000000" pitchFamily="2" charset="2"/>
              </a:rPr>
              <a:t> (tk NVL)  GT 1 H</a:t>
            </a:r>
            <a:r>
              <a:rPr lang="en-US" sz="5200" b="1" baseline="30000">
                <a:solidFill>
                  <a:srgbClr val="002060"/>
                </a:solidFill>
                <a:sym typeface="Wingdings" panose="05000000000000000000" pitchFamily="2" charset="2"/>
              </a:rPr>
              <a:t>2</a:t>
            </a:r>
            <a:r>
              <a:rPr lang="en-US" sz="5200" b="1">
                <a:solidFill>
                  <a:srgbClr val="002060"/>
                </a:solidFill>
                <a:sym typeface="Wingdings" panose="05000000000000000000" pitchFamily="2" charset="2"/>
              </a:rPr>
              <a:t> </a:t>
            </a:r>
          </a:p>
          <a:p>
            <a:pPr marL="685800" indent="-685800" algn="just">
              <a:buFontTx/>
              <a:buChar char="-"/>
              <a:defRPr/>
            </a:pPr>
            <a:r>
              <a:rPr lang="en-US" sz="5200" b="1">
                <a:solidFill>
                  <a:srgbClr val="002060"/>
                </a:solidFill>
                <a:latin typeface="+mn-lt"/>
                <a:sym typeface="Wingdings" panose="05000000000000000000" pitchFamily="2" charset="2"/>
              </a:rPr>
              <a:t>GT TLSX </a:t>
            </a:r>
            <a:r>
              <a:rPr lang="en-US" sz="5200" b="1">
                <a:solidFill>
                  <a:srgbClr val="002060"/>
                </a:solidFill>
                <a:sym typeface="Wingdings" panose="05000000000000000000" pitchFamily="2" charset="2"/>
              </a:rPr>
              <a:t> &lt; GT mới   GT 1 H</a:t>
            </a:r>
            <a:r>
              <a:rPr lang="en-US" sz="5200" b="1" baseline="30000">
                <a:solidFill>
                  <a:srgbClr val="002060"/>
                </a:solidFill>
                <a:sym typeface="Wingdings" panose="05000000000000000000" pitchFamily="2" charset="2"/>
              </a:rPr>
              <a:t>2</a:t>
            </a:r>
            <a:r>
              <a:rPr lang="en-US" sz="5200" b="1">
                <a:solidFill>
                  <a:srgbClr val="002060"/>
                </a:solidFill>
                <a:sym typeface="Wingdings" panose="05000000000000000000" pitchFamily="2" charset="2"/>
              </a:rPr>
              <a:t> </a:t>
            </a:r>
          </a:p>
          <a:p>
            <a:pPr algn="just">
              <a:buNone/>
              <a:defRPr/>
            </a:pPr>
            <a:r>
              <a:rPr lang="en-US" sz="5200" b="1">
                <a:solidFill>
                  <a:srgbClr val="002060"/>
                </a:solidFill>
                <a:latin typeface="+mn-lt"/>
                <a:sym typeface="Wingdings" panose="05000000000000000000" pitchFamily="2" charset="2"/>
              </a:rPr>
              <a:t> </a:t>
            </a:r>
            <a:r>
              <a:rPr lang="vi-VN" sz="5200" b="1">
                <a:solidFill>
                  <a:srgbClr val="002060"/>
                </a:solidFill>
                <a:latin typeface="+mn-lt"/>
              </a:rPr>
              <a:t>Lượng giá trị của 1 đơn vị H² tỷ lệ thuận với </a:t>
            </a:r>
            <a:r>
              <a:rPr lang="en-US" sz="5200" b="1">
                <a:solidFill>
                  <a:srgbClr val="002060"/>
                </a:solidFill>
                <a:latin typeface="+mn-lt"/>
              </a:rPr>
              <a:t> </a:t>
            </a:r>
            <a:r>
              <a:rPr lang="vi-VN" sz="5200" b="1">
                <a:solidFill>
                  <a:srgbClr val="002060"/>
                </a:solidFill>
                <a:latin typeface="+mn-lt"/>
              </a:rPr>
              <a:t>lượng </a:t>
            </a:r>
            <a:r>
              <a:rPr lang="en-US" sz="5200" b="1">
                <a:solidFill>
                  <a:srgbClr val="002060"/>
                </a:solidFill>
                <a:latin typeface="+mn-lt"/>
              </a:rPr>
              <a:t>HPS</a:t>
            </a:r>
            <a:r>
              <a:rPr lang="vi-VN" sz="5200" b="1">
                <a:solidFill>
                  <a:srgbClr val="002060"/>
                </a:solidFill>
                <a:latin typeface="+mn-lt"/>
              </a:rPr>
              <a:t>LĐ kết tinh và tỷ lệ nghịch với NSLĐ </a:t>
            </a:r>
          </a:p>
        </p:txBody>
      </p:sp>
      <p:sp>
        <p:nvSpPr>
          <p:cNvPr id="6" name="AutoShape 5">
            <a:extLst>
              <a:ext uri="{FF2B5EF4-FFF2-40B4-BE49-F238E27FC236}">
                <a16:creationId xmlns:a16="http://schemas.microsoft.com/office/drawing/2014/main" id="{0DBE2062-E47C-AA17-6955-A76B930EF864}"/>
              </a:ext>
            </a:extLst>
          </p:cNvPr>
          <p:cNvSpPr>
            <a:spLocks noChangeArrowheads="1"/>
          </p:cNvSpPr>
          <p:nvPr/>
        </p:nvSpPr>
        <p:spPr bwMode="gray">
          <a:xfrm>
            <a:off x="1695450" y="3581400"/>
            <a:ext cx="432435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ln w="0"/>
                <a:solidFill>
                  <a:srgbClr val="002060"/>
                </a:solidFill>
              </a:rPr>
              <a:t>(1) NĂNG SUẤT LĐ</a:t>
            </a:r>
          </a:p>
        </p:txBody>
      </p:sp>
      <p:pic>
        <p:nvPicPr>
          <p:cNvPr id="7" name="Picture 6">
            <a:extLst>
              <a:ext uri="{FF2B5EF4-FFF2-40B4-BE49-F238E27FC236}">
                <a16:creationId xmlns:a16="http://schemas.microsoft.com/office/drawing/2014/main" id="{4DB92BC8-FCF6-4728-9120-122055CC87B1}"/>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17019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barn(inVertical)">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barn(inVertical)">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barn(inVertical)">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barn(inVertical)">
                                      <p:cBhvr>
                                        <p:cTn id="37" dur="500"/>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barn(inVertical)">
                                      <p:cBhvr>
                                        <p:cTn id="42" dur="500"/>
                                        <p:tgtEl>
                                          <p:spTgt spid="5">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barn(inVertical)">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5">
                                            <p:txEl>
                                              <p:pRg st="6" end="6"/>
                                            </p:txEl>
                                          </p:spTgt>
                                        </p:tgtEl>
                                        <p:attrNameLst>
                                          <p:attrName>style.visibility</p:attrName>
                                        </p:attrNameLst>
                                      </p:cBhvr>
                                      <p:to>
                                        <p:strVal val="visible"/>
                                      </p:to>
                                    </p:set>
                                    <p:animEffect transition="in" filter="barn(inVertical)">
                                      <p:cBhvr>
                                        <p:cTn id="5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F56718D-12D9-5A30-75C3-1CACF53DF2C9}"/>
              </a:ext>
            </a:extLst>
          </p:cNvPr>
          <p:cNvSpPr>
            <a:spLocks noChangeArrowheads="1"/>
          </p:cNvSpPr>
          <p:nvPr/>
        </p:nvSpPr>
        <p:spPr bwMode="gray">
          <a:xfrm>
            <a:off x="3804556" y="2425699"/>
            <a:ext cx="11582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NHÂN TỐ ẢNH HƯỞNG ĐẾN LƯỢNG GIÁ TRỊ</a:t>
            </a:r>
          </a:p>
        </p:txBody>
      </p:sp>
      <p:pic>
        <p:nvPicPr>
          <p:cNvPr id="3" name="Picture 2">
            <a:extLst>
              <a:ext uri="{FF2B5EF4-FFF2-40B4-BE49-F238E27FC236}">
                <a16:creationId xmlns:a16="http://schemas.microsoft.com/office/drawing/2014/main" id="{0175171E-74B8-57C3-A8F1-4EF96096BD83}"/>
              </a:ext>
            </a:extLst>
          </p:cNvPr>
          <p:cNvPicPr>
            <a:picLocks noChangeAspect="1"/>
          </p:cNvPicPr>
          <p:nvPr/>
        </p:nvPicPr>
        <p:blipFill>
          <a:blip r:embed="rId2"/>
          <a:stretch>
            <a:fillRect/>
          </a:stretch>
        </p:blipFill>
        <p:spPr>
          <a:xfrm>
            <a:off x="1676400" y="5295901"/>
            <a:ext cx="4267199" cy="65722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258C55EF-4820-4C28-BBE5-79CE3ED1AE3C}"/>
              </a:ext>
            </a:extLst>
          </p:cNvPr>
          <p:cNvSpPr txBox="1">
            <a:spLocks noChangeArrowheads="1"/>
          </p:cNvSpPr>
          <p:nvPr/>
        </p:nvSpPr>
        <p:spPr bwMode="auto">
          <a:xfrm>
            <a:off x="6397626" y="5334000"/>
            <a:ext cx="10245238" cy="6592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 typeface="Wingdings" panose="05000000000000000000" pitchFamily="2" charset="2"/>
              <a:buNone/>
              <a:defRPr/>
            </a:pPr>
            <a:r>
              <a:rPr lang="en-US" sz="4400" b="1">
                <a:solidFill>
                  <a:srgbClr val="002060"/>
                </a:solidFill>
                <a:cs typeface="Arial" panose="020B0604020202020204" pitchFamily="34" charset="0"/>
              </a:rPr>
              <a:t>- CĐLĐ là mức độ hao phí sức lực trong một đơn vị thời gian, đo bằng calo.</a:t>
            </a:r>
          </a:p>
          <a:p>
            <a:pPr algn="just">
              <a:buFont typeface="Wingdings" panose="05000000000000000000" pitchFamily="2" charset="2"/>
              <a:buNone/>
              <a:defRPr/>
            </a:pPr>
            <a:r>
              <a:rPr lang="en-US" sz="4400" b="1">
                <a:solidFill>
                  <a:srgbClr val="002060"/>
                </a:solidFill>
                <a:cs typeface="Arial" panose="020B0604020202020204" pitchFamily="34" charset="0"/>
              </a:rPr>
              <a:t>- Tăng CĐLĐ cũng giống như kéo dài thời gian lao động;</a:t>
            </a:r>
          </a:p>
          <a:p>
            <a:pPr algn="just">
              <a:buFont typeface="Wingdings" panose="05000000000000000000" pitchFamily="2" charset="2"/>
              <a:buNone/>
              <a:defRPr/>
            </a:pPr>
            <a:r>
              <a:rPr lang="en-US" sz="4400" b="1">
                <a:solidFill>
                  <a:srgbClr val="002060"/>
                </a:solidFill>
                <a:cs typeface="Arial" panose="020B0604020202020204" pitchFamily="34" charset="0"/>
              </a:rPr>
              <a:t>- Tăng CĐLĐ tỷ lệ thuận với tổng khối lượng và tổng giá trị hàng hóa;</a:t>
            </a:r>
          </a:p>
          <a:p>
            <a:pPr algn="just">
              <a:buFont typeface="Wingdings" panose="05000000000000000000" pitchFamily="2" charset="2"/>
              <a:buNone/>
              <a:defRPr/>
            </a:pPr>
            <a:r>
              <a:rPr lang="en-US" sz="4400" b="1">
                <a:solidFill>
                  <a:srgbClr val="002060"/>
                </a:solidFill>
                <a:cs typeface="Arial" panose="020B0604020202020204" pitchFamily="34" charset="0"/>
              </a:rPr>
              <a:t>- CĐLĐ phụ thuộc vào sức khỏe, thể chế, tâm lý, kỷ luật lao động</a:t>
            </a:r>
          </a:p>
        </p:txBody>
      </p:sp>
      <p:sp>
        <p:nvSpPr>
          <p:cNvPr id="8" name="AutoShape 5">
            <a:extLst>
              <a:ext uri="{FF2B5EF4-FFF2-40B4-BE49-F238E27FC236}">
                <a16:creationId xmlns:a16="http://schemas.microsoft.com/office/drawing/2014/main" id="{5329461E-1EBA-7E69-B888-4BFB5B0E7C00}"/>
              </a:ext>
            </a:extLst>
          </p:cNvPr>
          <p:cNvSpPr>
            <a:spLocks noChangeArrowheads="1"/>
          </p:cNvSpPr>
          <p:nvPr/>
        </p:nvSpPr>
        <p:spPr bwMode="gray">
          <a:xfrm>
            <a:off x="1695450" y="3657600"/>
            <a:ext cx="432435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ln w="0"/>
                <a:solidFill>
                  <a:srgbClr val="002060"/>
                </a:solidFill>
              </a:rPr>
              <a:t>(2) CƯỜNG ĐỘ LĐ</a:t>
            </a:r>
          </a:p>
        </p:txBody>
      </p:sp>
      <p:pic>
        <p:nvPicPr>
          <p:cNvPr id="6" name="Picture 5">
            <a:extLst>
              <a:ext uri="{FF2B5EF4-FFF2-40B4-BE49-F238E27FC236}">
                <a16:creationId xmlns:a16="http://schemas.microsoft.com/office/drawing/2014/main" id="{2EB0B5A2-6CD3-41E8-9184-BC4363F57395}"/>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06370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arn(inVertical)">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barn(inVertical)">
                                      <p:cBhvr>
                                        <p:cTn id="34" dur="500"/>
                                        <p:tgtEl>
                                          <p:spTgt spid="7">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animEffect transition="in" filter="barn(inVertical)">
                                      <p:cBhvr>
                                        <p:cTn id="39" dur="500"/>
                                        <p:tgtEl>
                                          <p:spTgt spid="7">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7">
                                            <p:txEl>
                                              <p:pRg st="3" end="3"/>
                                            </p:txEl>
                                          </p:spTgt>
                                        </p:tgtEl>
                                        <p:attrNameLst>
                                          <p:attrName>style.visibility</p:attrName>
                                        </p:attrNameLst>
                                      </p:cBhvr>
                                      <p:to>
                                        <p:strVal val="visible"/>
                                      </p:to>
                                    </p:set>
                                    <p:animEffect transition="in" filter="barn(inVertical)">
                                      <p:cBhvr>
                                        <p:cTn id="44"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9">
            <a:extLst>
              <a:ext uri="{FF2B5EF4-FFF2-40B4-BE49-F238E27FC236}">
                <a16:creationId xmlns:a16="http://schemas.microsoft.com/office/drawing/2014/main" id="{A11C35A6-D59E-A12D-64E4-9E209059EC4A}"/>
              </a:ext>
            </a:extLst>
          </p:cNvPr>
          <p:cNvGraphicFramePr>
            <a:graphicFrameLocks noGrp="1"/>
          </p:cNvGraphicFramePr>
          <p:nvPr/>
        </p:nvGraphicFramePr>
        <p:xfrm>
          <a:off x="1676401" y="5289551"/>
          <a:ext cx="14858999" cy="6448424"/>
        </p:xfrm>
        <a:graphic>
          <a:graphicData uri="http://schemas.openxmlformats.org/drawingml/2006/table">
            <a:tbl>
              <a:tblPr/>
              <a:tblGrid>
                <a:gridCol w="5101825">
                  <a:extLst>
                    <a:ext uri="{9D8B030D-6E8A-4147-A177-3AD203B41FA5}">
                      <a16:colId xmlns:a16="http://schemas.microsoft.com/office/drawing/2014/main" val="20000"/>
                    </a:ext>
                  </a:extLst>
                </a:gridCol>
                <a:gridCol w="4805082">
                  <a:extLst>
                    <a:ext uri="{9D8B030D-6E8A-4147-A177-3AD203B41FA5}">
                      <a16:colId xmlns:a16="http://schemas.microsoft.com/office/drawing/2014/main" val="20001"/>
                    </a:ext>
                  </a:extLst>
                </a:gridCol>
                <a:gridCol w="4952092">
                  <a:extLst>
                    <a:ext uri="{9D8B030D-6E8A-4147-A177-3AD203B41FA5}">
                      <a16:colId xmlns:a16="http://schemas.microsoft.com/office/drawing/2014/main" val="20002"/>
                    </a:ext>
                  </a:extLst>
                </a:gridCol>
              </a:tblGrid>
              <a:tr h="937704">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vi-VN" altLang="en-US" sz="3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marL="182880" marR="182880" marT="91458" marB="9145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3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Tăng CĐLĐ</a:t>
                      </a:r>
                    </a:p>
                  </a:txBody>
                  <a:tcPr marL="182880" marR="182880" marT="91458" marB="914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Tăng NSLĐ</a:t>
                      </a:r>
                    </a:p>
                  </a:txBody>
                  <a:tcPr marL="182880" marR="182880" marT="91458" marB="914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32240">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just"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q"/>
                        <a:tabLst/>
                      </a:pPr>
                      <a:r>
                        <a:rPr kumimoji="0" lang="en-US" altLang="en-US" sz="32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 Số lượng sản phẩm</a:t>
                      </a:r>
                    </a:p>
                  </a:txBody>
                  <a:tcPr marL="182880" marR="182880" marT="91458" marB="914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FF0000"/>
                        </a:solidFill>
                        <a:effectLst/>
                        <a:latin typeface="Arial" panose="020B0604020202020204" pitchFamily="34" charset="0"/>
                        <a:ea typeface="MS PGothic" panose="020B0600070205080204" pitchFamily="34" charset="-128"/>
                      </a:endParaRPr>
                    </a:p>
                  </a:txBody>
                  <a:tcPr marL="182880" marR="182880" marT="91458" marB="914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FF0000"/>
                        </a:solidFill>
                        <a:effectLst/>
                        <a:latin typeface="Arial" panose="020B0604020202020204" pitchFamily="34" charset="0"/>
                        <a:ea typeface="MS PGothic" panose="020B0600070205080204" pitchFamily="34" charset="-128"/>
                      </a:endParaRPr>
                    </a:p>
                  </a:txBody>
                  <a:tcPr marL="182880" marR="182880" marT="91458" marB="914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2240">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just"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q"/>
                        <a:tabLst/>
                      </a:pPr>
                      <a:r>
                        <a:rPr kumimoji="0" lang="en-US" altLang="en-US" sz="32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 Tổng lượng giá trị HH </a:t>
                      </a:r>
                    </a:p>
                  </a:txBody>
                  <a:tcPr marL="182880" marR="182880" marT="91458" marB="914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FF0000"/>
                        </a:solidFill>
                        <a:effectLst/>
                        <a:latin typeface="Arial" panose="020B0604020202020204" pitchFamily="34" charset="0"/>
                        <a:ea typeface="MS PGothic" panose="020B0600070205080204" pitchFamily="34" charset="-128"/>
                      </a:endParaRPr>
                    </a:p>
                  </a:txBody>
                  <a:tcPr marL="182880" marR="182880" marT="91458" marB="914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FF0000"/>
                        </a:solidFill>
                        <a:effectLst/>
                        <a:latin typeface="Arial" panose="020B0604020202020204" pitchFamily="34" charset="0"/>
                        <a:ea typeface="MS PGothic" panose="020B0600070205080204" pitchFamily="34" charset="-128"/>
                      </a:endParaRPr>
                    </a:p>
                  </a:txBody>
                  <a:tcPr marL="182880" marR="182880" marT="91458" marB="914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646240">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just"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q"/>
                        <a:tabLst/>
                      </a:pPr>
                      <a:r>
                        <a:rPr kumimoji="0" lang="en-US" altLang="en-US" sz="32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 Lượng giá trị 1 hàng hóa</a:t>
                      </a:r>
                    </a:p>
                  </a:txBody>
                  <a:tcPr marL="182880" marR="182880" marT="91458" marB="914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FF0000"/>
                        </a:solidFill>
                        <a:effectLst/>
                        <a:latin typeface="Arial" panose="020B0604020202020204" pitchFamily="34" charset="0"/>
                        <a:ea typeface="MS PGothic" panose="020B0600070205080204" pitchFamily="34" charset="-128"/>
                      </a:endParaRPr>
                    </a:p>
                  </a:txBody>
                  <a:tcPr marL="182880" marR="182880" marT="91458" marB="9145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SzPct val="85000"/>
                        <a:buFont typeface="Wingdings" panose="05000000000000000000" pitchFamily="2" charset="2"/>
                        <a:defRPr sz="28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20000"/>
                        </a:spcBef>
                        <a:buClr>
                          <a:schemeClr val="accent1"/>
                        </a:buClr>
                        <a:buSzPct val="110000"/>
                        <a:defRPr sz="24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FF0000"/>
                        </a:solidFill>
                        <a:effectLst/>
                        <a:latin typeface="Arial" panose="020B0604020202020204" pitchFamily="34" charset="0"/>
                        <a:ea typeface="MS PGothic" panose="020B0600070205080204" pitchFamily="34" charset="-128"/>
                      </a:endParaRPr>
                    </a:p>
                  </a:txBody>
                  <a:tcPr marL="182880" marR="182880" marT="91458" marB="914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25B53E25-7FA6-64D1-9FD7-27F24EF80746}"/>
              </a:ext>
            </a:extLst>
          </p:cNvPr>
          <p:cNvSpPr txBox="1">
            <a:spLocks noChangeArrowheads="1"/>
          </p:cNvSpPr>
          <p:nvPr/>
        </p:nvSpPr>
        <p:spPr bwMode="auto">
          <a:xfrm>
            <a:off x="7924800" y="6781801"/>
            <a:ext cx="2286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600">
                <a:solidFill>
                  <a:srgbClr val="002060"/>
                </a:solidFill>
                <a:ea typeface="MS PGothic" panose="020B0600070205080204" pitchFamily="34" charset="-128"/>
              </a:rPr>
              <a:t>Tăng</a:t>
            </a:r>
          </a:p>
        </p:txBody>
      </p:sp>
      <p:sp>
        <p:nvSpPr>
          <p:cNvPr id="6" name="TextBox 5">
            <a:extLst>
              <a:ext uri="{FF2B5EF4-FFF2-40B4-BE49-F238E27FC236}">
                <a16:creationId xmlns:a16="http://schemas.microsoft.com/office/drawing/2014/main" id="{65B86539-6BED-9071-4B5D-B72680CECB7D}"/>
              </a:ext>
            </a:extLst>
          </p:cNvPr>
          <p:cNvSpPr txBox="1">
            <a:spLocks noChangeArrowheads="1"/>
          </p:cNvSpPr>
          <p:nvPr/>
        </p:nvSpPr>
        <p:spPr bwMode="auto">
          <a:xfrm>
            <a:off x="13030200" y="6897469"/>
            <a:ext cx="2286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600">
                <a:solidFill>
                  <a:srgbClr val="002060"/>
                </a:solidFill>
                <a:ea typeface="MS PGothic" panose="020B0600070205080204" pitchFamily="34" charset="-128"/>
              </a:rPr>
              <a:t>Tăng</a:t>
            </a:r>
          </a:p>
        </p:txBody>
      </p:sp>
      <p:sp>
        <p:nvSpPr>
          <p:cNvPr id="9" name="TextBox 8">
            <a:extLst>
              <a:ext uri="{FF2B5EF4-FFF2-40B4-BE49-F238E27FC236}">
                <a16:creationId xmlns:a16="http://schemas.microsoft.com/office/drawing/2014/main" id="{33BD5385-C5D1-882B-DB7D-0AF21C357742}"/>
              </a:ext>
            </a:extLst>
          </p:cNvPr>
          <p:cNvSpPr txBox="1">
            <a:spLocks noChangeArrowheads="1"/>
          </p:cNvSpPr>
          <p:nvPr/>
        </p:nvSpPr>
        <p:spPr bwMode="auto">
          <a:xfrm>
            <a:off x="7696200" y="8772527"/>
            <a:ext cx="2743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600">
                <a:solidFill>
                  <a:srgbClr val="002060"/>
                </a:solidFill>
                <a:ea typeface="MS PGothic" panose="020B0600070205080204" pitchFamily="34" charset="-128"/>
              </a:rPr>
              <a:t>Tăng</a:t>
            </a:r>
          </a:p>
        </p:txBody>
      </p:sp>
      <p:sp>
        <p:nvSpPr>
          <p:cNvPr id="10" name="TextBox 9">
            <a:extLst>
              <a:ext uri="{FF2B5EF4-FFF2-40B4-BE49-F238E27FC236}">
                <a16:creationId xmlns:a16="http://schemas.microsoft.com/office/drawing/2014/main" id="{51A1FB3C-F107-35BD-D026-917BD0ACE28F}"/>
              </a:ext>
            </a:extLst>
          </p:cNvPr>
          <p:cNvSpPr txBox="1">
            <a:spLocks noChangeArrowheads="1"/>
          </p:cNvSpPr>
          <p:nvPr/>
        </p:nvSpPr>
        <p:spPr bwMode="auto">
          <a:xfrm>
            <a:off x="13106400" y="8802469"/>
            <a:ext cx="2286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600">
                <a:solidFill>
                  <a:srgbClr val="002060"/>
                </a:solidFill>
                <a:ea typeface="MS PGothic" panose="020B0600070205080204" pitchFamily="34" charset="-128"/>
              </a:rPr>
              <a:t>Không đổi</a:t>
            </a:r>
          </a:p>
        </p:txBody>
      </p:sp>
      <p:sp>
        <p:nvSpPr>
          <p:cNvPr id="11" name="TextBox 10">
            <a:extLst>
              <a:ext uri="{FF2B5EF4-FFF2-40B4-BE49-F238E27FC236}">
                <a16:creationId xmlns:a16="http://schemas.microsoft.com/office/drawing/2014/main" id="{F79933D6-5E58-81CF-09A2-197C99C454A2}"/>
              </a:ext>
            </a:extLst>
          </p:cNvPr>
          <p:cNvSpPr txBox="1">
            <a:spLocks noChangeArrowheads="1"/>
          </p:cNvSpPr>
          <p:nvPr/>
        </p:nvSpPr>
        <p:spPr bwMode="auto">
          <a:xfrm>
            <a:off x="7772400" y="10555069"/>
            <a:ext cx="2743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600">
                <a:solidFill>
                  <a:srgbClr val="002060"/>
                </a:solidFill>
                <a:ea typeface="MS PGothic" panose="020B0600070205080204" pitchFamily="34" charset="-128"/>
              </a:rPr>
              <a:t>Không đổi</a:t>
            </a:r>
          </a:p>
        </p:txBody>
      </p:sp>
      <p:sp>
        <p:nvSpPr>
          <p:cNvPr id="12" name="TextBox 11">
            <a:extLst>
              <a:ext uri="{FF2B5EF4-FFF2-40B4-BE49-F238E27FC236}">
                <a16:creationId xmlns:a16="http://schemas.microsoft.com/office/drawing/2014/main" id="{8E67E426-73D0-5744-8975-99A2877708FC}"/>
              </a:ext>
            </a:extLst>
          </p:cNvPr>
          <p:cNvSpPr txBox="1">
            <a:spLocks noChangeArrowheads="1"/>
          </p:cNvSpPr>
          <p:nvPr/>
        </p:nvSpPr>
        <p:spPr bwMode="auto">
          <a:xfrm>
            <a:off x="13106400" y="10591800"/>
            <a:ext cx="2286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600">
                <a:solidFill>
                  <a:srgbClr val="002060"/>
                </a:solidFill>
                <a:ea typeface="MS PGothic" panose="020B0600070205080204" pitchFamily="34" charset="-128"/>
              </a:rPr>
              <a:t>Giảm</a:t>
            </a:r>
          </a:p>
        </p:txBody>
      </p:sp>
      <p:sp>
        <p:nvSpPr>
          <p:cNvPr id="13" name="AutoShape 7">
            <a:extLst>
              <a:ext uri="{FF2B5EF4-FFF2-40B4-BE49-F238E27FC236}">
                <a16:creationId xmlns:a16="http://schemas.microsoft.com/office/drawing/2014/main" id="{DA1BF6DA-54E1-9CD8-0BD2-B8DCAB4B29E4}"/>
              </a:ext>
            </a:extLst>
          </p:cNvPr>
          <p:cNvSpPr>
            <a:spLocks noChangeArrowheads="1"/>
          </p:cNvSpPr>
          <p:nvPr/>
        </p:nvSpPr>
        <p:spPr bwMode="gray">
          <a:xfrm>
            <a:off x="4114800" y="2079626"/>
            <a:ext cx="11582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NHÂN TỐ ẢNH HƯỞNG ĐẾN LƯỢNG GIÁ TRỊ</a:t>
            </a:r>
          </a:p>
        </p:txBody>
      </p:sp>
      <p:sp>
        <p:nvSpPr>
          <p:cNvPr id="14" name="AutoShape 5">
            <a:extLst>
              <a:ext uri="{FF2B5EF4-FFF2-40B4-BE49-F238E27FC236}">
                <a16:creationId xmlns:a16="http://schemas.microsoft.com/office/drawing/2014/main" id="{292EFE1C-B067-8F29-5274-8DCB3BCB6F4B}"/>
              </a:ext>
            </a:extLst>
          </p:cNvPr>
          <p:cNvSpPr>
            <a:spLocks noChangeArrowheads="1"/>
          </p:cNvSpPr>
          <p:nvPr/>
        </p:nvSpPr>
        <p:spPr bwMode="gray">
          <a:xfrm>
            <a:off x="1676400" y="3581400"/>
            <a:ext cx="845820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PHÂN BIỆT TĂNG NSLĐ VÀ TĂNG CĐLĐ</a:t>
            </a:r>
          </a:p>
        </p:txBody>
      </p:sp>
      <p:pic>
        <p:nvPicPr>
          <p:cNvPr id="15" name="Picture 14">
            <a:extLst>
              <a:ext uri="{FF2B5EF4-FFF2-40B4-BE49-F238E27FC236}">
                <a16:creationId xmlns:a16="http://schemas.microsoft.com/office/drawing/2014/main" id="{B2DA071F-4ECB-4BDE-8FE2-F99D8B25D79C}"/>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35328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0-#ppt_w/2"/>
                                          </p:val>
                                        </p:tav>
                                        <p:tav tm="100000">
                                          <p:val>
                                            <p:strVal val="#ppt_x"/>
                                          </p:val>
                                        </p:tav>
                                      </p:tavLst>
                                    </p:anim>
                                    <p:anim calcmode="lin" valueType="num">
                                      <p:cBhvr additive="base">
                                        <p:cTn id="13"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anim calcmode="lin" valueType="num">
                                      <p:cBhvr>
                                        <p:cTn id="54" dur="1000" fill="hold"/>
                                        <p:tgtEl>
                                          <p:spTgt spid="11"/>
                                        </p:tgtEl>
                                        <p:attrNameLst>
                                          <p:attrName>ppt_x</p:attrName>
                                        </p:attrNameLst>
                                      </p:cBhvr>
                                      <p:tavLst>
                                        <p:tav tm="0">
                                          <p:val>
                                            <p:strVal val="#ppt_x"/>
                                          </p:val>
                                        </p:tav>
                                        <p:tav tm="100000">
                                          <p:val>
                                            <p:strVal val="#ppt_x"/>
                                          </p:val>
                                        </p:tav>
                                      </p:tavLst>
                                    </p:anim>
                                    <p:anim calcmode="lin" valueType="num">
                                      <p:cBhvr>
                                        <p:cTn id="5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1000"/>
                                        <p:tgtEl>
                                          <p:spTgt spid="12"/>
                                        </p:tgtEl>
                                      </p:cBhvr>
                                    </p:animEffect>
                                    <p:anim calcmode="lin" valueType="num">
                                      <p:cBhvr>
                                        <p:cTn id="61" dur="1000" fill="hold"/>
                                        <p:tgtEl>
                                          <p:spTgt spid="12"/>
                                        </p:tgtEl>
                                        <p:attrNameLst>
                                          <p:attrName>ppt_x</p:attrName>
                                        </p:attrNameLst>
                                      </p:cBhvr>
                                      <p:tavLst>
                                        <p:tav tm="0">
                                          <p:val>
                                            <p:strVal val="#ppt_x"/>
                                          </p:val>
                                        </p:tav>
                                        <p:tav tm="100000">
                                          <p:val>
                                            <p:strVal val="#ppt_x"/>
                                          </p:val>
                                        </p:tav>
                                      </p:tavLst>
                                    </p:anim>
                                    <p:anim calcmode="lin" valueType="num">
                                      <p:cBhvr>
                                        <p:cTn id="6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0" grpId="0"/>
      <p:bldP spid="11" grpId="0"/>
      <p:bldP spid="12" grpId="0"/>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03B2039E-7942-337D-31D3-1CE1F290A2A6}"/>
              </a:ext>
            </a:extLst>
          </p:cNvPr>
          <p:cNvSpPr txBox="1">
            <a:spLocks noChangeArrowheads="1"/>
          </p:cNvSpPr>
          <p:nvPr/>
        </p:nvSpPr>
        <p:spPr bwMode="auto">
          <a:xfrm>
            <a:off x="1701800" y="5123557"/>
            <a:ext cx="149860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20000"/>
              </a:lnSpc>
              <a:spcBef>
                <a:spcPct val="0"/>
              </a:spcBef>
              <a:buClr>
                <a:schemeClr val="tx1"/>
              </a:buClr>
              <a:buFont typeface="Wingdings" panose="05000000000000000000" pitchFamily="2" charset="2"/>
              <a:buNone/>
              <a:defRPr/>
            </a:pPr>
            <a:r>
              <a:rPr lang="en-US" altLang="en-US" sz="6400">
                <a:solidFill>
                  <a:srgbClr val="002060"/>
                </a:solidFill>
                <a:ea typeface="MS PGothic" panose="020B0600070205080204" pitchFamily="34" charset="-128"/>
              </a:rPr>
              <a:t>Trong 8h sản xuất được 16 HH có tổng giá trị là 80 USD. Hỏi giá trị tổng HH và giá trị của 1 HH là bao nhiêu nếu:</a:t>
            </a:r>
          </a:p>
          <a:p>
            <a:pPr algn="just">
              <a:lnSpc>
                <a:spcPct val="120000"/>
              </a:lnSpc>
              <a:spcBef>
                <a:spcPct val="0"/>
              </a:spcBef>
              <a:buClr>
                <a:schemeClr val="tx1"/>
              </a:buClr>
              <a:buNone/>
              <a:defRPr/>
            </a:pPr>
            <a:r>
              <a:rPr lang="en-US" altLang="en-US" sz="6400" b="1">
                <a:solidFill>
                  <a:srgbClr val="002060"/>
                </a:solidFill>
                <a:ea typeface="MS PGothic" panose="020B0600070205080204" pitchFamily="34" charset="-128"/>
              </a:rPr>
              <a:t>NSLĐ tăng lên 2 lần</a:t>
            </a:r>
          </a:p>
          <a:p>
            <a:pPr algn="just">
              <a:lnSpc>
                <a:spcPct val="120000"/>
              </a:lnSpc>
              <a:spcBef>
                <a:spcPct val="0"/>
              </a:spcBef>
              <a:buClr>
                <a:schemeClr val="tx1"/>
              </a:buClr>
              <a:buNone/>
              <a:defRPr/>
            </a:pPr>
            <a:r>
              <a:rPr lang="en-US" altLang="en-US" sz="6400" b="1">
                <a:solidFill>
                  <a:srgbClr val="002060"/>
                </a:solidFill>
                <a:ea typeface="MS PGothic" panose="020B0600070205080204" pitchFamily="34" charset="-128"/>
              </a:rPr>
              <a:t>CĐLĐ tăng lên 1,5 lần</a:t>
            </a:r>
            <a:endParaRPr lang="fr-CA" altLang="en-US" sz="6400" b="1">
              <a:solidFill>
                <a:srgbClr val="002060"/>
              </a:solidFill>
              <a:ea typeface="MS PGothic" panose="020B0600070205080204" pitchFamily="34" charset="-128"/>
            </a:endParaRPr>
          </a:p>
        </p:txBody>
      </p:sp>
      <p:sp>
        <p:nvSpPr>
          <p:cNvPr id="3" name="AutoShape 7">
            <a:extLst>
              <a:ext uri="{FF2B5EF4-FFF2-40B4-BE49-F238E27FC236}">
                <a16:creationId xmlns:a16="http://schemas.microsoft.com/office/drawing/2014/main" id="{995735B1-19E4-6DB7-03A7-025937BD7EB5}"/>
              </a:ext>
            </a:extLst>
          </p:cNvPr>
          <p:cNvSpPr>
            <a:spLocks noChangeArrowheads="1"/>
          </p:cNvSpPr>
          <p:nvPr/>
        </p:nvSpPr>
        <p:spPr bwMode="gray">
          <a:xfrm>
            <a:off x="3677479" y="2012043"/>
            <a:ext cx="115062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NHÂN TỐ ẢNH HƯỞNG ĐẾN LƯỢNG GIÁ TRỊ</a:t>
            </a:r>
          </a:p>
        </p:txBody>
      </p:sp>
      <p:sp>
        <p:nvSpPr>
          <p:cNvPr id="7" name="AutoShape 5">
            <a:extLst>
              <a:ext uri="{FF2B5EF4-FFF2-40B4-BE49-F238E27FC236}">
                <a16:creationId xmlns:a16="http://schemas.microsoft.com/office/drawing/2014/main" id="{E3623CC2-5995-4992-5FBC-DF87FD5DF7C9}"/>
              </a:ext>
            </a:extLst>
          </p:cNvPr>
          <p:cNvSpPr>
            <a:spLocks noChangeArrowheads="1"/>
          </p:cNvSpPr>
          <p:nvPr/>
        </p:nvSpPr>
        <p:spPr bwMode="gray">
          <a:xfrm>
            <a:off x="1701800" y="3505200"/>
            <a:ext cx="797560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ClrTx/>
              <a:buNone/>
              <a:defRPr/>
            </a:pPr>
            <a:r>
              <a:rPr lang="en-US" altLang="en-US" b="1">
                <a:solidFill>
                  <a:srgbClr val="002060"/>
                </a:solidFill>
              </a:rPr>
              <a:t>VÍ DỤ VỀ TĂNG NSLĐ VÀ TĂNG CĐLĐ</a:t>
            </a:r>
          </a:p>
        </p:txBody>
      </p:sp>
      <p:pic>
        <p:nvPicPr>
          <p:cNvPr id="5" name="Picture 4">
            <a:extLst>
              <a:ext uri="{FF2B5EF4-FFF2-40B4-BE49-F238E27FC236}">
                <a16:creationId xmlns:a16="http://schemas.microsoft.com/office/drawing/2014/main" id="{C2D86AEF-B971-4FF9-83F6-6114E7E5BF49}"/>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43957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4" presetClass="entr" presetSubtype="16"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8563008-505E-1FCE-DF53-5B2668226EE0}"/>
              </a:ext>
            </a:extLst>
          </p:cNvPr>
          <p:cNvGraphicFramePr/>
          <p:nvPr/>
        </p:nvGraphicFramePr>
        <p:xfrm>
          <a:off x="1524000" y="5959522"/>
          <a:ext cx="6400800" cy="243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Box 24">
            <a:extLst>
              <a:ext uri="{FF2B5EF4-FFF2-40B4-BE49-F238E27FC236}">
                <a16:creationId xmlns:a16="http://schemas.microsoft.com/office/drawing/2014/main" id="{41B663D0-ED85-29EF-2F11-C271ED89E572}"/>
              </a:ext>
            </a:extLst>
          </p:cNvPr>
          <p:cNvSpPr txBox="1">
            <a:spLocks noChangeArrowheads="1"/>
          </p:cNvSpPr>
          <p:nvPr/>
        </p:nvSpPr>
        <p:spPr bwMode="black">
          <a:xfrm>
            <a:off x="1676400" y="8797927"/>
            <a:ext cx="6172200" cy="3170099"/>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defRPr/>
            </a:pPr>
            <a:r>
              <a:rPr lang="en-US" altLang="en-US" sz="4000" b="1">
                <a:solidFill>
                  <a:srgbClr val="002060"/>
                </a:solidFill>
              </a:rPr>
              <a:t>Lượng giá trị của hàng hóa được đo bằng thời gian lao động xã hội cần thiết, giản đơn, trung bình</a:t>
            </a:r>
          </a:p>
        </p:txBody>
      </p:sp>
      <p:pic>
        <p:nvPicPr>
          <p:cNvPr id="6" name="Picture 5">
            <a:extLst>
              <a:ext uri="{FF2B5EF4-FFF2-40B4-BE49-F238E27FC236}">
                <a16:creationId xmlns:a16="http://schemas.microsoft.com/office/drawing/2014/main" id="{2C8AB2A3-2DD4-8E41-EF7F-9DED1EA782A3}"/>
              </a:ext>
            </a:extLst>
          </p:cNvPr>
          <p:cNvPicPr>
            <a:picLocks noChangeAspect="1"/>
          </p:cNvPicPr>
          <p:nvPr/>
        </p:nvPicPr>
        <p:blipFill>
          <a:blip r:embed="rId7"/>
          <a:stretch>
            <a:fillRect/>
          </a:stretch>
        </p:blipFill>
        <p:spPr>
          <a:xfrm>
            <a:off x="8382000" y="6423027"/>
            <a:ext cx="3733800" cy="56419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1DA93331-3ED8-81E9-179C-B1B8E94D6E16}"/>
              </a:ext>
            </a:extLst>
          </p:cNvPr>
          <p:cNvPicPr>
            <a:picLocks noChangeAspect="1"/>
          </p:cNvPicPr>
          <p:nvPr/>
        </p:nvPicPr>
        <p:blipFill>
          <a:blip r:embed="rId8"/>
          <a:stretch>
            <a:fillRect/>
          </a:stretch>
        </p:blipFill>
        <p:spPr>
          <a:xfrm>
            <a:off x="12725401" y="6400800"/>
            <a:ext cx="3733799" cy="5664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AutoShape 7">
            <a:extLst>
              <a:ext uri="{FF2B5EF4-FFF2-40B4-BE49-F238E27FC236}">
                <a16:creationId xmlns:a16="http://schemas.microsoft.com/office/drawing/2014/main" id="{C4DC3F6D-CAE9-F371-1A0F-A1FE91E5AFBF}"/>
              </a:ext>
            </a:extLst>
          </p:cNvPr>
          <p:cNvSpPr>
            <a:spLocks noChangeArrowheads="1"/>
          </p:cNvSpPr>
          <p:nvPr/>
        </p:nvSpPr>
        <p:spPr bwMode="gray">
          <a:xfrm>
            <a:off x="3886200" y="2301466"/>
            <a:ext cx="11582401"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NHÂN TỐ ẢNH HƯỞNG ĐẾN LƯỢNG GIÁ TRỊ</a:t>
            </a:r>
          </a:p>
        </p:txBody>
      </p:sp>
      <p:sp>
        <p:nvSpPr>
          <p:cNvPr id="10" name="AutoShape 5">
            <a:extLst>
              <a:ext uri="{FF2B5EF4-FFF2-40B4-BE49-F238E27FC236}">
                <a16:creationId xmlns:a16="http://schemas.microsoft.com/office/drawing/2014/main" id="{2579F020-EFB9-AF93-A07F-1A2211BB0CD8}"/>
              </a:ext>
            </a:extLst>
          </p:cNvPr>
          <p:cNvSpPr>
            <a:spLocks noChangeArrowheads="1"/>
          </p:cNvSpPr>
          <p:nvPr/>
        </p:nvSpPr>
        <p:spPr bwMode="gray">
          <a:xfrm>
            <a:off x="1752600" y="3733800"/>
            <a:ext cx="5715000" cy="914400"/>
          </a:xfrm>
          <a:prstGeom prst="homePlate">
            <a:avLst>
              <a:gd name="adj" fmla="val 42789"/>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defRPr/>
            </a:pPr>
            <a:r>
              <a:rPr lang="en-US" altLang="en-US" b="1">
                <a:solidFill>
                  <a:srgbClr val="002060"/>
                </a:solidFill>
              </a:rPr>
              <a:t>(3) TÍNH CHẤT LAO ĐỘNG</a:t>
            </a:r>
          </a:p>
        </p:txBody>
      </p:sp>
      <p:pic>
        <p:nvPicPr>
          <p:cNvPr id="11" name="Picture 10">
            <a:extLst>
              <a:ext uri="{FF2B5EF4-FFF2-40B4-BE49-F238E27FC236}">
                <a16:creationId xmlns:a16="http://schemas.microsoft.com/office/drawing/2014/main" id="{A71D2A59-7653-4DD7-8186-CD4AD5FDC037}"/>
              </a:ext>
            </a:extLst>
          </p:cNvPr>
          <p:cNvPicPr>
            <a:picLocks noChangeAspect="1"/>
          </p:cNvPicPr>
          <p:nvPr/>
        </p:nvPicPr>
        <p:blipFill>
          <a:blip r:embed="rId9"/>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21315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5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circle(in)">
                                      <p:cBhvr>
                                        <p:cTn id="34"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D5BE42-78EE-0107-80D0-86B4FA0626C8}"/>
              </a:ext>
            </a:extLst>
          </p:cNvPr>
          <p:cNvSpPr txBox="1">
            <a:spLocks noChangeArrowheads="1"/>
          </p:cNvSpPr>
          <p:nvPr/>
        </p:nvSpPr>
        <p:spPr>
          <a:xfrm>
            <a:off x="914400" y="847451"/>
            <a:ext cx="16459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r>
              <a:rPr lang="en-US" altLang="en-US" sz="6000" b="1">
                <a:solidFill>
                  <a:srgbClr val="002060"/>
                </a:solidFill>
              </a:rPr>
              <a:t>NỘI DUNG CHƯƠNG 2</a:t>
            </a:r>
          </a:p>
        </p:txBody>
      </p:sp>
      <p:sp>
        <p:nvSpPr>
          <p:cNvPr id="3" name="Freeform 7">
            <a:extLst>
              <a:ext uri="{FF2B5EF4-FFF2-40B4-BE49-F238E27FC236}">
                <a16:creationId xmlns:a16="http://schemas.microsoft.com/office/drawing/2014/main" id="{F8B74B9E-785F-A485-7D40-665C56E4EF45}"/>
              </a:ext>
            </a:extLst>
          </p:cNvPr>
          <p:cNvSpPr/>
          <p:nvPr/>
        </p:nvSpPr>
        <p:spPr>
          <a:xfrm>
            <a:off x="2133600" y="4421970"/>
            <a:ext cx="14097000" cy="2548788"/>
          </a:xfrm>
          <a:custGeom>
            <a:avLst/>
            <a:gdLst>
              <a:gd name="connsiteX0" fmla="*/ 0 w 9982581"/>
              <a:gd name="connsiteY0" fmla="*/ 0 h 2548786"/>
              <a:gd name="connsiteX1" fmla="*/ 8708188 w 9982581"/>
              <a:gd name="connsiteY1" fmla="*/ 0 h 2548786"/>
              <a:gd name="connsiteX2" fmla="*/ 9982581 w 9982581"/>
              <a:gd name="connsiteY2" fmla="*/ 1274393 h 2548786"/>
              <a:gd name="connsiteX3" fmla="*/ 8708188 w 9982581"/>
              <a:gd name="connsiteY3" fmla="*/ 2548786 h 2548786"/>
              <a:gd name="connsiteX4" fmla="*/ 0 w 9982581"/>
              <a:gd name="connsiteY4" fmla="*/ 2548786 h 2548786"/>
              <a:gd name="connsiteX5" fmla="*/ 0 w 9982581"/>
              <a:gd name="connsiteY5" fmla="*/ 0 h 254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81" h="2548786">
                <a:moveTo>
                  <a:pt x="9982581" y="2548785"/>
                </a:moveTo>
                <a:lnTo>
                  <a:pt x="1274393" y="2548785"/>
                </a:lnTo>
                <a:lnTo>
                  <a:pt x="0" y="1274393"/>
                </a:lnTo>
                <a:lnTo>
                  <a:pt x="1274393" y="1"/>
                </a:lnTo>
                <a:lnTo>
                  <a:pt x="9982581" y="1"/>
                </a:lnTo>
                <a:lnTo>
                  <a:pt x="9982581" y="2548785"/>
                </a:lnTo>
                <a:close/>
              </a:path>
            </a:pathLst>
          </a:custGeom>
          <a:noFill/>
          <a:ln>
            <a:solidFill>
              <a:schemeClr val="accent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61140" tIns="247651" rIns="462280" bIns="247651" numCol="1" spcCol="1270" anchor="ctr" anchorCtr="0">
            <a:noAutofit/>
          </a:bodyPr>
          <a:lstStyle/>
          <a:p>
            <a:pPr lvl="0" defTabSz="2889250">
              <a:lnSpc>
                <a:spcPct val="90000"/>
              </a:lnSpc>
              <a:spcBef>
                <a:spcPct val="0"/>
              </a:spcBef>
              <a:spcAft>
                <a:spcPct val="35000"/>
              </a:spcAft>
            </a:pPr>
            <a:r>
              <a:rPr lang="en-US" sz="5400" b="1" kern="1200">
                <a:solidFill>
                  <a:srgbClr val="002060"/>
                </a:solidFill>
              </a:rPr>
              <a:t>2.1. LÝ LUẬN CỦA CÁC MÁC VỀ SẢN XUẤT HÀNG HÓA VÀ HÀNG HÓA</a:t>
            </a:r>
          </a:p>
        </p:txBody>
      </p:sp>
      <p:sp>
        <p:nvSpPr>
          <p:cNvPr id="7" name="Freeform 9">
            <a:extLst>
              <a:ext uri="{FF2B5EF4-FFF2-40B4-BE49-F238E27FC236}">
                <a16:creationId xmlns:a16="http://schemas.microsoft.com/office/drawing/2014/main" id="{2A3E7B35-3FF4-1A07-4009-D82D3E8491C7}"/>
              </a:ext>
            </a:extLst>
          </p:cNvPr>
          <p:cNvSpPr/>
          <p:nvPr/>
        </p:nvSpPr>
        <p:spPr>
          <a:xfrm>
            <a:off x="2133600" y="7731587"/>
            <a:ext cx="14097000" cy="2548787"/>
          </a:xfrm>
          <a:custGeom>
            <a:avLst/>
            <a:gdLst>
              <a:gd name="connsiteX0" fmla="*/ 0 w 9982581"/>
              <a:gd name="connsiteY0" fmla="*/ 0 h 2548786"/>
              <a:gd name="connsiteX1" fmla="*/ 8708188 w 9982581"/>
              <a:gd name="connsiteY1" fmla="*/ 0 h 2548786"/>
              <a:gd name="connsiteX2" fmla="*/ 9982581 w 9982581"/>
              <a:gd name="connsiteY2" fmla="*/ 1274393 h 2548786"/>
              <a:gd name="connsiteX3" fmla="*/ 8708188 w 9982581"/>
              <a:gd name="connsiteY3" fmla="*/ 2548786 h 2548786"/>
              <a:gd name="connsiteX4" fmla="*/ 0 w 9982581"/>
              <a:gd name="connsiteY4" fmla="*/ 2548786 h 2548786"/>
              <a:gd name="connsiteX5" fmla="*/ 0 w 9982581"/>
              <a:gd name="connsiteY5" fmla="*/ 0 h 254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81" h="2548786">
                <a:moveTo>
                  <a:pt x="9982581" y="2548785"/>
                </a:moveTo>
                <a:lnTo>
                  <a:pt x="1274393" y="2548785"/>
                </a:lnTo>
                <a:lnTo>
                  <a:pt x="0" y="1274393"/>
                </a:lnTo>
                <a:lnTo>
                  <a:pt x="1274393" y="1"/>
                </a:lnTo>
                <a:lnTo>
                  <a:pt x="9982581" y="1"/>
                </a:lnTo>
                <a:lnTo>
                  <a:pt x="9982581" y="2548785"/>
                </a:lnTo>
                <a:close/>
              </a:path>
            </a:pathLst>
          </a:custGeom>
          <a:noFill/>
          <a:ln>
            <a:solidFill>
              <a:schemeClr val="accent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61139" tIns="247651" rIns="462280" bIns="247650" numCol="1" spcCol="1270" anchor="ctr" anchorCtr="0">
            <a:noAutofit/>
          </a:bodyPr>
          <a:lstStyle/>
          <a:p>
            <a:pPr lvl="0" defTabSz="2889250">
              <a:spcBef>
                <a:spcPct val="0"/>
              </a:spcBef>
              <a:spcAft>
                <a:spcPts val="600"/>
              </a:spcAft>
            </a:pPr>
            <a:r>
              <a:rPr lang="en-US" sz="5400" b="1" kern="1200">
                <a:solidFill>
                  <a:srgbClr val="002060"/>
                </a:solidFill>
              </a:rPr>
              <a:t>2.2. THỊ TRƯỜNG VÀ VAI TRÒ CỦA CÁC CHỦ THỂ THAM GIA THỊ TRƯỜNG</a:t>
            </a:r>
          </a:p>
        </p:txBody>
      </p:sp>
      <p:pic>
        <p:nvPicPr>
          <p:cNvPr id="5" name="Picture 4">
            <a:extLst>
              <a:ext uri="{FF2B5EF4-FFF2-40B4-BE49-F238E27FC236}">
                <a16:creationId xmlns:a16="http://schemas.microsoft.com/office/drawing/2014/main" id="{D609D2F7-F187-43DD-843D-E86ECFA496B5}"/>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20762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7"/>
                                        </p:tgtEl>
                                        <p:attrNameLst>
                                          <p:attrName>fillcolor</p:attrName>
                                        </p:attrNameLst>
                                      </p:cBhvr>
                                      <p:to>
                                        <a:schemeClr val="accent2"/>
                                      </p:to>
                                    </p:animClr>
                                    <p:set>
                                      <p:cBhvr>
                                        <p:cTn id="7" dur="2000" fill="hold"/>
                                        <p:tgtEl>
                                          <p:spTgt spid="7"/>
                                        </p:tgtEl>
                                        <p:attrNameLst>
                                          <p:attrName>fill.type</p:attrName>
                                        </p:attrNameLst>
                                      </p:cBhvr>
                                      <p:to>
                                        <p:strVal val="solid"/>
                                      </p:to>
                                    </p:set>
                                    <p:set>
                                      <p:cBhvr>
                                        <p:cTn id="8" dur="2000" fill="hold"/>
                                        <p:tgtEl>
                                          <p:spTgt spid="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253E33-6F2E-9786-85BA-1562DBD068A0}"/>
              </a:ext>
            </a:extLst>
          </p:cNvPr>
          <p:cNvSpPr txBox="1">
            <a:spLocks/>
          </p:cNvSpPr>
          <p:nvPr/>
        </p:nvSpPr>
        <p:spPr>
          <a:xfrm>
            <a:off x="2666999" y="2999915"/>
            <a:ext cx="139446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pPr defTabSz="2844800">
              <a:spcAft>
                <a:spcPct val="35000"/>
              </a:spcAft>
            </a:pPr>
            <a:r>
              <a:rPr lang="en-US" altLang="en-US" sz="6000" b="1" dirty="0">
                <a:solidFill>
                  <a:srgbClr val="002060"/>
                </a:solidFill>
              </a:rPr>
              <a:t>2.2. </a:t>
            </a:r>
            <a:r>
              <a:rPr lang="en-US" altLang="en-US" sz="6000" b="1" dirty="0" err="1">
                <a:solidFill>
                  <a:srgbClr val="002060"/>
                </a:solidFill>
              </a:rPr>
              <a:t>Thị</a:t>
            </a:r>
            <a:r>
              <a:rPr lang="en-US" altLang="en-US" sz="6000" b="1" dirty="0">
                <a:solidFill>
                  <a:srgbClr val="002060"/>
                </a:solidFill>
              </a:rPr>
              <a:t> </a:t>
            </a:r>
            <a:r>
              <a:rPr lang="en-US" altLang="en-US" sz="6000" b="1" dirty="0" err="1">
                <a:solidFill>
                  <a:srgbClr val="002060"/>
                </a:solidFill>
              </a:rPr>
              <a:t>trường</a:t>
            </a:r>
            <a:r>
              <a:rPr lang="en-US" altLang="en-US" sz="6000" b="1" dirty="0">
                <a:solidFill>
                  <a:srgbClr val="002060"/>
                </a:solidFill>
              </a:rPr>
              <a:t> </a:t>
            </a:r>
            <a:r>
              <a:rPr lang="en-US" altLang="en-US" sz="6000" b="1" dirty="0" err="1">
                <a:solidFill>
                  <a:srgbClr val="002060"/>
                </a:solidFill>
              </a:rPr>
              <a:t>và</a:t>
            </a:r>
            <a:r>
              <a:rPr lang="en-US" altLang="en-US" sz="6000" b="1" dirty="0">
                <a:solidFill>
                  <a:srgbClr val="002060"/>
                </a:solidFill>
              </a:rPr>
              <a:t> </a:t>
            </a:r>
            <a:r>
              <a:rPr lang="en-US" altLang="en-US" sz="6000" b="1" dirty="0" err="1">
                <a:solidFill>
                  <a:srgbClr val="002060"/>
                </a:solidFill>
              </a:rPr>
              <a:t>vai</a:t>
            </a:r>
            <a:r>
              <a:rPr lang="en-US" altLang="en-US" sz="6000" b="1" dirty="0">
                <a:solidFill>
                  <a:srgbClr val="002060"/>
                </a:solidFill>
              </a:rPr>
              <a:t> </a:t>
            </a:r>
            <a:r>
              <a:rPr lang="en-US" altLang="en-US" sz="6000" b="1" dirty="0" err="1">
                <a:solidFill>
                  <a:srgbClr val="002060"/>
                </a:solidFill>
              </a:rPr>
              <a:t>trò</a:t>
            </a:r>
            <a:r>
              <a:rPr lang="en-US" altLang="en-US" sz="6000" b="1" dirty="0">
                <a:solidFill>
                  <a:srgbClr val="002060"/>
                </a:solidFill>
              </a:rPr>
              <a:t> </a:t>
            </a:r>
            <a:r>
              <a:rPr lang="en-US" altLang="en-US" sz="6000" b="1" dirty="0" err="1">
                <a:solidFill>
                  <a:srgbClr val="002060"/>
                </a:solidFill>
              </a:rPr>
              <a:t>của</a:t>
            </a:r>
            <a:r>
              <a:rPr lang="en-US" altLang="en-US" sz="6000" b="1" dirty="0">
                <a:solidFill>
                  <a:srgbClr val="002060"/>
                </a:solidFill>
              </a:rPr>
              <a:t> </a:t>
            </a:r>
            <a:r>
              <a:rPr lang="en-US" altLang="en-US" sz="6000" b="1" dirty="0" err="1">
                <a:solidFill>
                  <a:srgbClr val="002060"/>
                </a:solidFill>
              </a:rPr>
              <a:t>các</a:t>
            </a:r>
            <a:r>
              <a:rPr lang="en-US" altLang="en-US" sz="6000" b="1" dirty="0">
                <a:solidFill>
                  <a:srgbClr val="002060"/>
                </a:solidFill>
              </a:rPr>
              <a:t> </a:t>
            </a:r>
            <a:r>
              <a:rPr lang="en-US" altLang="en-US" sz="6000" b="1" dirty="0" err="1">
                <a:solidFill>
                  <a:srgbClr val="002060"/>
                </a:solidFill>
              </a:rPr>
              <a:t>chủ</a:t>
            </a:r>
            <a:r>
              <a:rPr lang="en-US" altLang="en-US" sz="6000" b="1" dirty="0">
                <a:solidFill>
                  <a:srgbClr val="002060"/>
                </a:solidFill>
              </a:rPr>
              <a:t> </a:t>
            </a:r>
            <a:r>
              <a:rPr lang="en-US" altLang="en-US" sz="6000" b="1" dirty="0" err="1">
                <a:solidFill>
                  <a:srgbClr val="002060"/>
                </a:solidFill>
              </a:rPr>
              <a:t>thể</a:t>
            </a:r>
            <a:r>
              <a:rPr lang="en-US" altLang="en-US" sz="6000" b="1" dirty="0">
                <a:solidFill>
                  <a:srgbClr val="002060"/>
                </a:solidFill>
              </a:rPr>
              <a:t> </a:t>
            </a:r>
            <a:r>
              <a:rPr lang="en-US" altLang="en-US" sz="6000" b="1" dirty="0" err="1">
                <a:solidFill>
                  <a:srgbClr val="002060"/>
                </a:solidFill>
              </a:rPr>
              <a:t>tham</a:t>
            </a:r>
            <a:r>
              <a:rPr lang="en-US" altLang="en-US" sz="6000" b="1" dirty="0">
                <a:solidFill>
                  <a:srgbClr val="002060"/>
                </a:solidFill>
              </a:rPr>
              <a:t> </a:t>
            </a:r>
            <a:r>
              <a:rPr lang="en-US" altLang="en-US" sz="6000" b="1" dirty="0" err="1">
                <a:solidFill>
                  <a:srgbClr val="002060"/>
                </a:solidFill>
              </a:rPr>
              <a:t>gia</a:t>
            </a:r>
            <a:r>
              <a:rPr lang="en-US" altLang="en-US" sz="6000" b="1" dirty="0">
                <a:solidFill>
                  <a:srgbClr val="002060"/>
                </a:solidFill>
              </a:rPr>
              <a:t> </a:t>
            </a:r>
            <a:r>
              <a:rPr lang="en-US" altLang="en-US" sz="6000" b="1" dirty="0" err="1">
                <a:solidFill>
                  <a:srgbClr val="002060"/>
                </a:solidFill>
              </a:rPr>
              <a:t>thị</a:t>
            </a:r>
            <a:r>
              <a:rPr lang="en-US" altLang="en-US" sz="6000" b="1" dirty="0">
                <a:solidFill>
                  <a:srgbClr val="002060"/>
                </a:solidFill>
              </a:rPr>
              <a:t> </a:t>
            </a:r>
            <a:r>
              <a:rPr lang="en-US" altLang="en-US" sz="6000" b="1" dirty="0" err="1">
                <a:solidFill>
                  <a:srgbClr val="002060"/>
                </a:solidFill>
              </a:rPr>
              <a:t>trường</a:t>
            </a:r>
            <a:endParaRPr lang="en-US" altLang="en-US" sz="6000" b="1" dirty="0">
              <a:solidFill>
                <a:srgbClr val="002060"/>
              </a:solidFill>
            </a:endParaRPr>
          </a:p>
        </p:txBody>
      </p:sp>
      <p:sp>
        <p:nvSpPr>
          <p:cNvPr id="5" name="Freeform 3">
            <a:extLst>
              <a:ext uri="{FF2B5EF4-FFF2-40B4-BE49-F238E27FC236}">
                <a16:creationId xmlns:a16="http://schemas.microsoft.com/office/drawing/2014/main" id="{FB884C9F-B01F-AA24-BBB3-EE6605034047}"/>
              </a:ext>
            </a:extLst>
          </p:cNvPr>
          <p:cNvSpPr/>
          <p:nvPr/>
        </p:nvSpPr>
        <p:spPr>
          <a:xfrm>
            <a:off x="1752600" y="5640572"/>
            <a:ext cx="3714750" cy="1287000"/>
          </a:xfrm>
          <a:custGeom>
            <a:avLst/>
            <a:gdLst>
              <a:gd name="connsiteX0" fmla="*/ 0 w 3714750"/>
              <a:gd name="connsiteY0" fmla="*/ 0 h 1287000"/>
              <a:gd name="connsiteX1" fmla="*/ 3714750 w 3714750"/>
              <a:gd name="connsiteY1" fmla="*/ 0 h 1287000"/>
              <a:gd name="connsiteX2" fmla="*/ 3714750 w 3714750"/>
              <a:gd name="connsiteY2" fmla="*/ 1287000 h 1287000"/>
              <a:gd name="connsiteX3" fmla="*/ 0 w 3714750"/>
              <a:gd name="connsiteY3" fmla="*/ 1287000 h 1287000"/>
              <a:gd name="connsiteX4" fmla="*/ 0 w 3714750"/>
              <a:gd name="connsiteY4" fmla="*/ 0 h 1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287000">
                <a:moveTo>
                  <a:pt x="0" y="0"/>
                </a:moveTo>
                <a:lnTo>
                  <a:pt x="3714750" y="0"/>
                </a:lnTo>
                <a:lnTo>
                  <a:pt x="3714750" y="1287000"/>
                </a:lnTo>
                <a:lnTo>
                  <a:pt x="0" y="1287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2.2.1.</a:t>
            </a:r>
          </a:p>
        </p:txBody>
      </p:sp>
      <p:sp>
        <p:nvSpPr>
          <p:cNvPr id="6" name="Left Brace 5">
            <a:extLst>
              <a:ext uri="{FF2B5EF4-FFF2-40B4-BE49-F238E27FC236}">
                <a16:creationId xmlns:a16="http://schemas.microsoft.com/office/drawing/2014/main" id="{8CDA0233-562E-EF0E-7D76-55D398FF7F30}"/>
              </a:ext>
            </a:extLst>
          </p:cNvPr>
          <p:cNvSpPr/>
          <p:nvPr/>
        </p:nvSpPr>
        <p:spPr>
          <a:xfrm>
            <a:off x="5467349" y="5580243"/>
            <a:ext cx="742950" cy="1407656"/>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5">
            <a:extLst>
              <a:ext uri="{FF2B5EF4-FFF2-40B4-BE49-F238E27FC236}">
                <a16:creationId xmlns:a16="http://schemas.microsoft.com/office/drawing/2014/main" id="{DF639DE7-A834-077E-5050-EDF20246E4CA}"/>
              </a:ext>
            </a:extLst>
          </p:cNvPr>
          <p:cNvSpPr/>
          <p:nvPr/>
        </p:nvSpPr>
        <p:spPr>
          <a:xfrm>
            <a:off x="6507479" y="5580243"/>
            <a:ext cx="10104120" cy="1407656"/>
          </a:xfrm>
          <a:custGeom>
            <a:avLst/>
            <a:gdLst>
              <a:gd name="connsiteX0" fmla="*/ 0 w 10104120"/>
              <a:gd name="connsiteY0" fmla="*/ 0 h 1407656"/>
              <a:gd name="connsiteX1" fmla="*/ 10104120 w 10104120"/>
              <a:gd name="connsiteY1" fmla="*/ 0 h 1407656"/>
              <a:gd name="connsiteX2" fmla="*/ 10104120 w 10104120"/>
              <a:gd name="connsiteY2" fmla="*/ 1407656 h 1407656"/>
              <a:gd name="connsiteX3" fmla="*/ 0 w 10104120"/>
              <a:gd name="connsiteY3" fmla="*/ 1407656 h 1407656"/>
              <a:gd name="connsiteX4" fmla="*/ 0 w 10104120"/>
              <a:gd name="connsiteY4" fmla="*/ 0 h 1407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4120" h="1407656">
                <a:moveTo>
                  <a:pt x="0" y="0"/>
                </a:moveTo>
                <a:lnTo>
                  <a:pt x="10104120" y="0"/>
                </a:lnTo>
                <a:lnTo>
                  <a:pt x="10104120" y="1407656"/>
                </a:lnTo>
                <a:lnTo>
                  <a:pt x="0" y="140765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285750" lvl="1" indent="-285750" algn="just" defTabSz="2889250">
              <a:lnSpc>
                <a:spcPct val="90000"/>
              </a:lnSpc>
              <a:spcBef>
                <a:spcPct val="0"/>
              </a:spcBef>
              <a:spcAft>
                <a:spcPct val="15000"/>
              </a:spcAft>
              <a:buChar char="••"/>
            </a:pPr>
            <a:r>
              <a:rPr lang="en-US" sz="6500" kern="1200">
                <a:solidFill>
                  <a:srgbClr val="002060"/>
                </a:solidFill>
              </a:rPr>
              <a:t>THỊ TRƯỜNG</a:t>
            </a:r>
          </a:p>
        </p:txBody>
      </p:sp>
      <p:sp>
        <p:nvSpPr>
          <p:cNvPr id="9" name="Freeform 6">
            <a:extLst>
              <a:ext uri="{FF2B5EF4-FFF2-40B4-BE49-F238E27FC236}">
                <a16:creationId xmlns:a16="http://schemas.microsoft.com/office/drawing/2014/main" id="{6D3ED16B-24F2-9982-7F64-BBE460DB4023}"/>
              </a:ext>
            </a:extLst>
          </p:cNvPr>
          <p:cNvSpPr/>
          <p:nvPr/>
        </p:nvSpPr>
        <p:spPr>
          <a:xfrm>
            <a:off x="1752600" y="8187150"/>
            <a:ext cx="3714750" cy="1287000"/>
          </a:xfrm>
          <a:custGeom>
            <a:avLst/>
            <a:gdLst>
              <a:gd name="connsiteX0" fmla="*/ 0 w 3714750"/>
              <a:gd name="connsiteY0" fmla="*/ 0 h 1287000"/>
              <a:gd name="connsiteX1" fmla="*/ 3714750 w 3714750"/>
              <a:gd name="connsiteY1" fmla="*/ 0 h 1287000"/>
              <a:gd name="connsiteX2" fmla="*/ 3714750 w 3714750"/>
              <a:gd name="connsiteY2" fmla="*/ 1287000 h 1287000"/>
              <a:gd name="connsiteX3" fmla="*/ 0 w 3714750"/>
              <a:gd name="connsiteY3" fmla="*/ 1287000 h 1287000"/>
              <a:gd name="connsiteX4" fmla="*/ 0 w 3714750"/>
              <a:gd name="connsiteY4" fmla="*/ 0 h 1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287000">
                <a:moveTo>
                  <a:pt x="0" y="0"/>
                </a:moveTo>
                <a:lnTo>
                  <a:pt x="3714750" y="0"/>
                </a:lnTo>
                <a:lnTo>
                  <a:pt x="3714750" y="1287000"/>
                </a:lnTo>
                <a:lnTo>
                  <a:pt x="0" y="1287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2.2.2.</a:t>
            </a:r>
          </a:p>
        </p:txBody>
      </p:sp>
      <p:sp>
        <p:nvSpPr>
          <p:cNvPr id="10" name="Left Brace 9">
            <a:extLst>
              <a:ext uri="{FF2B5EF4-FFF2-40B4-BE49-F238E27FC236}">
                <a16:creationId xmlns:a16="http://schemas.microsoft.com/office/drawing/2014/main" id="{8512F93F-29CC-D864-6657-B914ABBE7B93}"/>
              </a:ext>
            </a:extLst>
          </p:cNvPr>
          <p:cNvSpPr/>
          <p:nvPr/>
        </p:nvSpPr>
        <p:spPr>
          <a:xfrm>
            <a:off x="5467349" y="7221900"/>
            <a:ext cx="742950" cy="32175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8">
            <a:extLst>
              <a:ext uri="{FF2B5EF4-FFF2-40B4-BE49-F238E27FC236}">
                <a16:creationId xmlns:a16="http://schemas.microsoft.com/office/drawing/2014/main" id="{FF77AA83-3B08-6B2A-3AD0-067DE31BC9D8}"/>
              </a:ext>
            </a:extLst>
          </p:cNvPr>
          <p:cNvSpPr/>
          <p:nvPr/>
        </p:nvSpPr>
        <p:spPr>
          <a:xfrm>
            <a:off x="6507479" y="7221900"/>
            <a:ext cx="10104120" cy="3217500"/>
          </a:xfrm>
          <a:custGeom>
            <a:avLst/>
            <a:gdLst>
              <a:gd name="connsiteX0" fmla="*/ 0 w 10104120"/>
              <a:gd name="connsiteY0" fmla="*/ 0 h 3217500"/>
              <a:gd name="connsiteX1" fmla="*/ 10104120 w 10104120"/>
              <a:gd name="connsiteY1" fmla="*/ 0 h 3217500"/>
              <a:gd name="connsiteX2" fmla="*/ 10104120 w 10104120"/>
              <a:gd name="connsiteY2" fmla="*/ 3217500 h 3217500"/>
              <a:gd name="connsiteX3" fmla="*/ 0 w 10104120"/>
              <a:gd name="connsiteY3" fmla="*/ 3217500 h 3217500"/>
              <a:gd name="connsiteX4" fmla="*/ 0 w 10104120"/>
              <a:gd name="connsiteY4" fmla="*/ 0 h 32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4120" h="3217500">
                <a:moveTo>
                  <a:pt x="0" y="0"/>
                </a:moveTo>
                <a:lnTo>
                  <a:pt x="10104120" y="0"/>
                </a:lnTo>
                <a:lnTo>
                  <a:pt x="10104120" y="3217500"/>
                </a:lnTo>
                <a:lnTo>
                  <a:pt x="0" y="32175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285750" lvl="1" indent="-285750" algn="just" defTabSz="2889250">
              <a:lnSpc>
                <a:spcPct val="90000"/>
              </a:lnSpc>
              <a:spcBef>
                <a:spcPct val="0"/>
              </a:spcBef>
              <a:spcAft>
                <a:spcPct val="15000"/>
              </a:spcAft>
              <a:buChar char="••"/>
            </a:pPr>
            <a:r>
              <a:rPr lang="en-US" sz="6500" kern="1200">
                <a:solidFill>
                  <a:srgbClr val="002060"/>
                </a:solidFill>
              </a:rPr>
              <a:t>VAI TRÒ CỦA CÁC CHỦ THỂ CHÍNH THAM GIA THỊ TRƯỜNG</a:t>
            </a:r>
          </a:p>
        </p:txBody>
      </p:sp>
      <p:pic>
        <p:nvPicPr>
          <p:cNvPr id="12" name="Picture 11">
            <a:extLst>
              <a:ext uri="{FF2B5EF4-FFF2-40B4-BE49-F238E27FC236}">
                <a16:creationId xmlns:a16="http://schemas.microsoft.com/office/drawing/2014/main" id="{CEDE2075-ABD3-48F8-A32C-3076F55D75B5}"/>
              </a:ext>
            </a:extLst>
          </p:cNvPr>
          <p:cNvPicPr>
            <a:picLocks noChangeAspect="1"/>
          </p:cNvPicPr>
          <p:nvPr/>
        </p:nvPicPr>
        <p:blipFill>
          <a:blip r:embed="rId2"/>
          <a:stretch>
            <a:fillRect/>
          </a:stretch>
        </p:blipFill>
        <p:spPr>
          <a:xfrm>
            <a:off x="914400" y="431800"/>
            <a:ext cx="2540000" cy="2540000"/>
          </a:xfrm>
          <a:prstGeom prst="rect">
            <a:avLst/>
          </a:prstGeom>
        </p:spPr>
      </p:pic>
    </p:spTree>
    <p:extLst>
      <p:ext uri="{BB962C8B-B14F-4D97-AF65-F5344CB8AC3E}">
        <p14:creationId xmlns:p14="http://schemas.microsoft.com/office/powerpoint/2010/main" val="25537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8"/>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38FF64E3-918A-10E2-07F0-161A6DAFE9B3}"/>
              </a:ext>
            </a:extLst>
          </p:cNvPr>
          <p:cNvSpPr>
            <a:spLocks noChangeArrowheads="1"/>
          </p:cNvSpPr>
          <p:nvPr/>
        </p:nvSpPr>
        <p:spPr bwMode="gray">
          <a:xfrm>
            <a:off x="6172200" y="2717800"/>
            <a:ext cx="59436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KHÁI NIỆM THỊ TRƯỜNG</a:t>
            </a:r>
          </a:p>
        </p:txBody>
      </p:sp>
      <p:pic>
        <p:nvPicPr>
          <p:cNvPr id="3" name="Picture 2">
            <a:extLst>
              <a:ext uri="{FF2B5EF4-FFF2-40B4-BE49-F238E27FC236}">
                <a16:creationId xmlns:a16="http://schemas.microsoft.com/office/drawing/2014/main" id="{0ADF883C-E71A-0C23-F4F3-380389E5E4AC}"/>
              </a:ext>
            </a:extLst>
          </p:cNvPr>
          <p:cNvPicPr>
            <a:picLocks noChangeAspect="1"/>
          </p:cNvPicPr>
          <p:nvPr/>
        </p:nvPicPr>
        <p:blipFill>
          <a:blip r:embed="rId2"/>
          <a:stretch>
            <a:fillRect/>
          </a:stretch>
        </p:blipFill>
        <p:spPr>
          <a:xfrm>
            <a:off x="1676400" y="4876800"/>
            <a:ext cx="3889376" cy="320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D06C485D-BDB8-98CA-10F1-AD67A860EE83}"/>
              </a:ext>
            </a:extLst>
          </p:cNvPr>
          <p:cNvSpPr txBox="1">
            <a:spLocks noChangeArrowheads="1"/>
          </p:cNvSpPr>
          <p:nvPr/>
        </p:nvSpPr>
        <p:spPr bwMode="auto">
          <a:xfrm>
            <a:off x="6400800" y="4953000"/>
            <a:ext cx="10287000"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 typeface="Wingdings" panose="05000000000000000000" pitchFamily="2" charset="2"/>
              <a:buNone/>
              <a:defRPr/>
            </a:pPr>
            <a:r>
              <a:rPr lang="vi-VN" sz="5200" b="1">
                <a:solidFill>
                  <a:srgbClr val="002060"/>
                </a:solidFill>
                <a:latin typeface="+mn-lt"/>
              </a:rPr>
              <a:t>Thị trường là nơi diễn ra hành vi trao đổi, mua bán hàng hoá</a:t>
            </a:r>
            <a:r>
              <a:rPr lang="en-US" sz="5200" b="1">
                <a:solidFill>
                  <a:srgbClr val="002060"/>
                </a:solidFill>
                <a:latin typeface="+mn-lt"/>
              </a:rPr>
              <a:t> </a:t>
            </a:r>
            <a:r>
              <a:rPr lang="vi-VN" sz="5200" b="1">
                <a:solidFill>
                  <a:srgbClr val="002060"/>
                </a:solidFill>
                <a:latin typeface="+mn-lt"/>
              </a:rPr>
              <a:t>giữa các chủ thể kinh tế với nhau</a:t>
            </a:r>
            <a:endParaRPr lang="en-US" sz="5200" b="1">
              <a:solidFill>
                <a:srgbClr val="002060"/>
              </a:solidFill>
              <a:latin typeface="+mn-lt"/>
            </a:endParaRPr>
          </a:p>
        </p:txBody>
      </p:sp>
      <p:pic>
        <p:nvPicPr>
          <p:cNvPr id="12" name="Picture 11">
            <a:extLst>
              <a:ext uri="{FF2B5EF4-FFF2-40B4-BE49-F238E27FC236}">
                <a16:creationId xmlns:a16="http://schemas.microsoft.com/office/drawing/2014/main" id="{2DFD838D-FD8E-5FEC-A7B9-027B74DF68D6}"/>
              </a:ext>
            </a:extLst>
          </p:cNvPr>
          <p:cNvPicPr>
            <a:picLocks noChangeAspect="1"/>
          </p:cNvPicPr>
          <p:nvPr/>
        </p:nvPicPr>
        <p:blipFill>
          <a:blip r:embed="rId3"/>
          <a:stretch>
            <a:fillRect/>
          </a:stretch>
        </p:blipFill>
        <p:spPr>
          <a:xfrm>
            <a:off x="1676400" y="8528050"/>
            <a:ext cx="3940176" cy="320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EC151CB7-D6B1-AFEE-703A-E16D3830F50D}"/>
              </a:ext>
            </a:extLst>
          </p:cNvPr>
          <p:cNvSpPr txBox="1">
            <a:spLocks noChangeArrowheads="1"/>
          </p:cNvSpPr>
          <p:nvPr/>
        </p:nvSpPr>
        <p:spPr bwMode="auto">
          <a:xfrm>
            <a:off x="6400800" y="8408581"/>
            <a:ext cx="10287000" cy="3554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 typeface="Wingdings" panose="05000000000000000000" pitchFamily="2" charset="2"/>
              <a:buNone/>
              <a:defRPr/>
            </a:pPr>
            <a:r>
              <a:rPr lang="vi-VN" sz="4500" b="1">
                <a:solidFill>
                  <a:srgbClr val="002060"/>
                </a:solidFill>
                <a:latin typeface="+mn-lt"/>
              </a:rPr>
              <a:t>Thị trường là tổng hòa các mối quan hệ liên quan đến trao</a:t>
            </a:r>
            <a:r>
              <a:rPr lang="en-US" sz="4500" b="1">
                <a:solidFill>
                  <a:srgbClr val="002060"/>
                </a:solidFill>
                <a:latin typeface="+mn-lt"/>
              </a:rPr>
              <a:t> </a:t>
            </a:r>
            <a:r>
              <a:rPr lang="vi-VN" sz="4500" b="1">
                <a:solidFill>
                  <a:srgbClr val="002060"/>
                </a:solidFill>
                <a:latin typeface="+mn-lt"/>
              </a:rPr>
              <a:t>đổi, mua bán hàng hóa trong xã hội, được hình thành do những điều kiện lịch sử,</a:t>
            </a:r>
            <a:r>
              <a:rPr lang="en-US" sz="4500" b="1">
                <a:solidFill>
                  <a:srgbClr val="002060"/>
                </a:solidFill>
                <a:latin typeface="+mn-lt"/>
              </a:rPr>
              <a:t> </a:t>
            </a:r>
            <a:r>
              <a:rPr lang="vi-VN" sz="4500" b="1">
                <a:solidFill>
                  <a:srgbClr val="002060"/>
                </a:solidFill>
                <a:latin typeface="+mn-lt"/>
              </a:rPr>
              <a:t>kinh tế, xã hội nhất định</a:t>
            </a:r>
            <a:endParaRPr lang="en-US" sz="4500" b="1">
              <a:solidFill>
                <a:srgbClr val="002060"/>
              </a:solidFill>
              <a:latin typeface="+mn-lt"/>
            </a:endParaRPr>
          </a:p>
        </p:txBody>
      </p:sp>
      <p:pic>
        <p:nvPicPr>
          <p:cNvPr id="8" name="Picture 7">
            <a:extLst>
              <a:ext uri="{FF2B5EF4-FFF2-40B4-BE49-F238E27FC236}">
                <a16:creationId xmlns:a16="http://schemas.microsoft.com/office/drawing/2014/main" id="{AE7B670F-6D1F-4BE3-91FF-FE42F9A823BA}"/>
              </a:ext>
            </a:extLst>
          </p:cNvPr>
          <p:cNvPicPr>
            <a:picLocks noChangeAspect="1"/>
          </p:cNvPicPr>
          <p:nvPr/>
        </p:nvPicPr>
        <p:blipFill>
          <a:blip r:embed="rId4"/>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26787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barn(inVertical)">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animEffect transition="in" filter="barn(inVertical)">
                                      <p:cBhvr>
                                        <p:cTn id="43"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486F3CA0-FCA0-EE16-1B73-AABC9151C845}"/>
              </a:ext>
            </a:extLst>
          </p:cNvPr>
          <p:cNvSpPr>
            <a:spLocks noChangeArrowheads="1"/>
          </p:cNvSpPr>
          <p:nvPr/>
        </p:nvSpPr>
        <p:spPr bwMode="gray">
          <a:xfrm>
            <a:off x="6019800" y="2463800"/>
            <a:ext cx="52578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CƠ CHẾ THỊ TRƯỜNG</a:t>
            </a:r>
          </a:p>
        </p:txBody>
      </p:sp>
      <p:pic>
        <p:nvPicPr>
          <p:cNvPr id="3" name="Picture 2">
            <a:extLst>
              <a:ext uri="{FF2B5EF4-FFF2-40B4-BE49-F238E27FC236}">
                <a16:creationId xmlns:a16="http://schemas.microsoft.com/office/drawing/2014/main" id="{84051CE8-09FC-00B5-8635-4ACDC4CD4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5791200"/>
            <a:ext cx="4343400" cy="4343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B7BE3272-D9E9-9B81-40CD-45B52CA5B1D7}"/>
              </a:ext>
            </a:extLst>
          </p:cNvPr>
          <p:cNvSpPr txBox="1">
            <a:spLocks noChangeArrowheads="1"/>
          </p:cNvSpPr>
          <p:nvPr/>
        </p:nvSpPr>
        <p:spPr bwMode="auto">
          <a:xfrm>
            <a:off x="6400800" y="4699028"/>
            <a:ext cx="10287000" cy="703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4800" b="1" dirty="0" err="1">
                <a:solidFill>
                  <a:srgbClr val="002060"/>
                </a:solidFill>
                <a:cs typeface="Arial" panose="020B0604020202020204" pitchFamily="34" charset="0"/>
              </a:rPr>
              <a:t>Hệ</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thống</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các</a:t>
            </a:r>
            <a:r>
              <a:rPr lang="en-US" sz="4800" b="1" dirty="0">
                <a:solidFill>
                  <a:srgbClr val="002060"/>
                </a:solidFill>
                <a:cs typeface="Arial" panose="020B0604020202020204" pitchFamily="34" charset="0"/>
              </a:rPr>
              <a:t> </a:t>
            </a:r>
            <a:r>
              <a:rPr lang="en-US" sz="4800" b="1" dirty="0" err="1">
                <a:solidFill>
                  <a:srgbClr val="002060"/>
                </a:solidFill>
                <a:highlight>
                  <a:srgbClr val="FFFF00"/>
                </a:highlight>
                <a:cs typeface="Arial" panose="020B0604020202020204" pitchFamily="34" charset="0"/>
              </a:rPr>
              <a:t>quan</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hệ</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kinh</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tế</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cs typeface="Arial" panose="020B0604020202020204" pitchFamily="34" charset="0"/>
              </a:rPr>
              <a:t>mang</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đặc</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tính</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tự</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điều</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chỉnh</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tự</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cân</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đối</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theo</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các</a:t>
            </a:r>
            <a:r>
              <a:rPr lang="en-US" sz="4800" b="1" dirty="0">
                <a:solidFill>
                  <a:srgbClr val="002060"/>
                </a:solidFill>
                <a:cs typeface="Arial" panose="020B0604020202020204" pitchFamily="34" charset="0"/>
              </a:rPr>
              <a:t> </a:t>
            </a:r>
            <a:r>
              <a:rPr lang="en-US" sz="4800" b="1" dirty="0" err="1">
                <a:solidFill>
                  <a:srgbClr val="002060"/>
                </a:solidFill>
                <a:highlight>
                  <a:srgbClr val="FFFF00"/>
                </a:highlight>
                <a:cs typeface="Arial" panose="020B0604020202020204" pitchFamily="34" charset="0"/>
              </a:rPr>
              <a:t>quy</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luật</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kinh</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tế</a:t>
            </a:r>
            <a:r>
              <a:rPr lang="en-US" sz="4800" b="1" dirty="0">
                <a:solidFill>
                  <a:srgbClr val="002060"/>
                </a:solidFill>
                <a:cs typeface="Arial" panose="020B0604020202020204" pitchFamily="34" charset="0"/>
              </a:rPr>
              <a:t>;</a:t>
            </a:r>
          </a:p>
          <a:p>
            <a:pPr marL="685800" indent="-685800" algn="just">
              <a:buFont typeface="Wingdings" panose="05000000000000000000" pitchFamily="2" charset="2"/>
              <a:buChar char="§"/>
              <a:defRPr/>
            </a:pPr>
            <a:r>
              <a:rPr lang="en-US" sz="4800" b="1" dirty="0" err="1">
                <a:solidFill>
                  <a:srgbClr val="002060"/>
                </a:solidFill>
                <a:cs typeface="Arial" panose="020B0604020202020204" pitchFamily="34" charset="0"/>
              </a:rPr>
              <a:t>Hoạt</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động</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thông</a:t>
            </a:r>
            <a:r>
              <a:rPr lang="en-US" sz="4800" b="1" dirty="0">
                <a:solidFill>
                  <a:srgbClr val="002060"/>
                </a:solidFill>
                <a:cs typeface="Arial" panose="020B0604020202020204" pitchFamily="34" charset="0"/>
              </a:rPr>
              <a:t> qua </a:t>
            </a:r>
            <a:r>
              <a:rPr lang="en-US" sz="4800" b="1" dirty="0" err="1">
                <a:solidFill>
                  <a:srgbClr val="002060"/>
                </a:solidFill>
                <a:cs typeface="Arial" panose="020B0604020202020204" pitchFamily="34" charset="0"/>
              </a:rPr>
              <a:t>cơ</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chế</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hình</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thành</a:t>
            </a:r>
            <a:r>
              <a:rPr lang="en-US" sz="4800" b="1" dirty="0">
                <a:solidFill>
                  <a:srgbClr val="002060"/>
                </a:solidFill>
                <a:cs typeface="Arial" panose="020B0604020202020204" pitchFamily="34" charset="0"/>
              </a:rPr>
              <a:t> </a:t>
            </a:r>
            <a:r>
              <a:rPr lang="en-US" sz="4800" b="1" dirty="0" err="1">
                <a:solidFill>
                  <a:srgbClr val="002060"/>
                </a:solidFill>
                <a:highlight>
                  <a:srgbClr val="FFFF00"/>
                </a:highlight>
                <a:cs typeface="Arial" panose="020B0604020202020204" pitchFamily="34" charset="0"/>
              </a:rPr>
              <a:t>giá</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highlight>
                  <a:srgbClr val="FFFF00"/>
                </a:highlight>
                <a:cs typeface="Arial" panose="020B0604020202020204" pitchFamily="34" charset="0"/>
              </a:rPr>
              <a:t>cả</a:t>
            </a:r>
            <a:r>
              <a:rPr lang="en-US" sz="4800" b="1" dirty="0">
                <a:solidFill>
                  <a:srgbClr val="002060"/>
                </a:solidFill>
                <a:highlight>
                  <a:srgbClr val="FFFF00"/>
                </a:highlight>
                <a:cs typeface="Arial" panose="020B0604020202020204" pitchFamily="34" charset="0"/>
              </a:rPr>
              <a:t> </a:t>
            </a:r>
            <a:r>
              <a:rPr lang="en-US" sz="4800" b="1" dirty="0" err="1">
                <a:solidFill>
                  <a:srgbClr val="002060"/>
                </a:solidFill>
                <a:cs typeface="Arial" panose="020B0604020202020204" pitchFamily="34" charset="0"/>
              </a:rPr>
              <a:t>một</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cách</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tự</a:t>
            </a:r>
            <a:r>
              <a:rPr lang="en-US" sz="4800" b="1" dirty="0">
                <a:solidFill>
                  <a:srgbClr val="002060"/>
                </a:solidFill>
                <a:cs typeface="Arial" panose="020B0604020202020204" pitchFamily="34" charset="0"/>
              </a:rPr>
              <a:t> do, </a:t>
            </a:r>
            <a:r>
              <a:rPr lang="en-US" sz="4800" b="1" dirty="0" err="1">
                <a:solidFill>
                  <a:srgbClr val="002060"/>
                </a:solidFill>
                <a:cs typeface="Arial" panose="020B0604020202020204" pitchFamily="34" charset="0"/>
              </a:rPr>
              <a:t>khách</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quan</a:t>
            </a:r>
            <a:endParaRPr lang="en-US" sz="4800" b="1" dirty="0">
              <a:solidFill>
                <a:srgbClr val="002060"/>
              </a:solidFill>
              <a:cs typeface="Arial" panose="020B0604020202020204" pitchFamily="34" charset="0"/>
            </a:endParaRPr>
          </a:p>
          <a:p>
            <a:pPr marL="685800" indent="-685800" algn="just">
              <a:buFont typeface="Wingdings" panose="05000000000000000000" pitchFamily="2" charset="2"/>
              <a:buChar char="§"/>
              <a:defRPr/>
            </a:pPr>
            <a:r>
              <a:rPr lang="en-US" sz="4800" b="1" dirty="0" err="1">
                <a:solidFill>
                  <a:srgbClr val="002060"/>
                </a:solidFill>
                <a:cs typeface="Arial" panose="020B0604020202020204" pitchFamily="34" charset="0"/>
              </a:rPr>
              <a:t>Phương</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thức</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cơ</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bản</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để</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phân</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phối</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và</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sử</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dụng</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nguồn</a:t>
            </a:r>
            <a:r>
              <a:rPr lang="en-US" sz="4800" b="1" dirty="0">
                <a:solidFill>
                  <a:srgbClr val="002060"/>
                </a:solidFill>
                <a:cs typeface="Arial" panose="020B0604020202020204" pitchFamily="34" charset="0"/>
              </a:rPr>
              <a:t> </a:t>
            </a:r>
            <a:r>
              <a:rPr lang="en-US" sz="4800" b="1" dirty="0" err="1">
                <a:solidFill>
                  <a:srgbClr val="002060"/>
                </a:solidFill>
                <a:cs typeface="Arial" panose="020B0604020202020204" pitchFamily="34" charset="0"/>
              </a:rPr>
              <a:t>lực</a:t>
            </a:r>
            <a:endParaRPr lang="en-US" sz="4800" b="1" dirty="0">
              <a:solidFill>
                <a:srgbClr val="002060"/>
              </a:solidFill>
              <a:cs typeface="Arial" panose="020B0604020202020204" pitchFamily="34" charset="0"/>
            </a:endParaRPr>
          </a:p>
        </p:txBody>
      </p:sp>
      <p:pic>
        <p:nvPicPr>
          <p:cNvPr id="5" name="Picture 4">
            <a:extLst>
              <a:ext uri="{FF2B5EF4-FFF2-40B4-BE49-F238E27FC236}">
                <a16:creationId xmlns:a16="http://schemas.microsoft.com/office/drawing/2014/main" id="{54BDC34D-D921-4B4D-BF94-4F437C76374B}"/>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546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barn(inVertical)">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barn(inVertical)">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barn(inVertical)">
                                      <p:cBhvr>
                                        <p:cTn id="3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45A2D9D5-B9BA-06D3-5C5C-B6EC958086AA}"/>
              </a:ext>
            </a:extLst>
          </p:cNvPr>
          <p:cNvSpPr>
            <a:spLocks noChangeArrowheads="1"/>
          </p:cNvSpPr>
          <p:nvPr/>
        </p:nvSpPr>
        <p:spPr bwMode="gray">
          <a:xfrm>
            <a:off x="5715000" y="2411186"/>
            <a:ext cx="64008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NỀN KINH TẾ THỊ TRƯỜNG</a:t>
            </a:r>
          </a:p>
        </p:txBody>
      </p:sp>
      <p:pic>
        <p:nvPicPr>
          <p:cNvPr id="5" name="Picture 4">
            <a:extLst>
              <a:ext uri="{FF2B5EF4-FFF2-40B4-BE49-F238E27FC236}">
                <a16:creationId xmlns:a16="http://schemas.microsoft.com/office/drawing/2014/main" id="{92F90F39-8D73-63A3-4F14-21811EB0DC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4876800"/>
            <a:ext cx="4343400" cy="5105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EA6DD88A-3F02-156E-740D-94084AC1CBDA}"/>
              </a:ext>
            </a:extLst>
          </p:cNvPr>
          <p:cNvSpPr txBox="1">
            <a:spLocks noChangeArrowheads="1"/>
          </p:cNvSpPr>
          <p:nvPr/>
        </p:nvSpPr>
        <p:spPr bwMode="auto">
          <a:xfrm>
            <a:off x="6400800" y="4699028"/>
            <a:ext cx="10287000" cy="555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4800" b="1">
                <a:solidFill>
                  <a:srgbClr val="002060"/>
                </a:solidFill>
                <a:cs typeface="Arial" panose="020B0604020202020204" pitchFamily="34" charset="0"/>
              </a:rPr>
              <a:t>Là nền kinh tế vận hành theo cơ chế thị trường</a:t>
            </a:r>
          </a:p>
          <a:p>
            <a:pPr marL="685800" indent="-685800" algn="just">
              <a:buFont typeface="Wingdings" panose="05000000000000000000" pitchFamily="2" charset="2"/>
              <a:buChar char="§"/>
              <a:defRPr/>
            </a:pPr>
            <a:r>
              <a:rPr lang="en-US" sz="4800" b="1">
                <a:solidFill>
                  <a:srgbClr val="002060"/>
                </a:solidFill>
                <a:cs typeface="Arial" panose="020B0604020202020204" pitchFamily="34" charset="0"/>
              </a:rPr>
              <a:t>Là sản phẩm lịch sử của văn minh nhân loại</a:t>
            </a:r>
          </a:p>
          <a:p>
            <a:pPr marL="685800" indent="-685800" algn="just">
              <a:buFont typeface="Wingdings" panose="05000000000000000000" pitchFamily="2" charset="2"/>
              <a:buChar char="§"/>
              <a:defRPr/>
            </a:pPr>
            <a:r>
              <a:rPr lang="en-US" sz="4800" b="1">
                <a:solidFill>
                  <a:srgbClr val="002060"/>
                </a:solidFill>
                <a:cs typeface="Arial" panose="020B0604020202020204" pitchFamily="34" charset="0"/>
              </a:rPr>
              <a:t>Vừa có tính phổ biến, vừa có tính đặc thù theo điều kiện lịch sử và chế độ chính trị xã hội</a:t>
            </a:r>
          </a:p>
        </p:txBody>
      </p:sp>
      <p:pic>
        <p:nvPicPr>
          <p:cNvPr id="7" name="Picture 6">
            <a:extLst>
              <a:ext uri="{FF2B5EF4-FFF2-40B4-BE49-F238E27FC236}">
                <a16:creationId xmlns:a16="http://schemas.microsoft.com/office/drawing/2014/main" id="{7746457B-5D2D-4300-A02C-2A8D1560A810}"/>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10736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barn(inVertical)">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barn(inVertical)">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barn(inVertical)">
                                      <p:cBhvr>
                                        <p:cTn id="3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51CFCCEC-0428-255F-5D2A-804AB7BF12B6}"/>
              </a:ext>
            </a:extLst>
          </p:cNvPr>
          <p:cNvSpPr>
            <a:spLocks noChangeArrowheads="1"/>
          </p:cNvSpPr>
          <p:nvPr/>
        </p:nvSpPr>
        <p:spPr bwMode="gray">
          <a:xfrm>
            <a:off x="4343400" y="2438400"/>
            <a:ext cx="104394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ĐẶC TRƯNG CỦA NỀN KINH TẾ THỊ TRƯỜNG</a:t>
            </a:r>
          </a:p>
        </p:txBody>
      </p:sp>
      <p:pic>
        <p:nvPicPr>
          <p:cNvPr id="3" name="Picture 2">
            <a:extLst>
              <a:ext uri="{FF2B5EF4-FFF2-40B4-BE49-F238E27FC236}">
                <a16:creationId xmlns:a16="http://schemas.microsoft.com/office/drawing/2014/main" id="{BDBF8EBD-55EA-71ED-06EB-C54D40EFA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5029200"/>
            <a:ext cx="4343400" cy="701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EDAC3C78-AD6A-0C67-A153-E9FB0D432724}"/>
              </a:ext>
            </a:extLst>
          </p:cNvPr>
          <p:cNvSpPr txBox="1">
            <a:spLocks noChangeArrowheads="1"/>
          </p:cNvSpPr>
          <p:nvPr/>
        </p:nvSpPr>
        <p:spPr bwMode="auto">
          <a:xfrm>
            <a:off x="6400800" y="4699028"/>
            <a:ext cx="10287000" cy="760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Đa dạng và bình đẳng về chủ thể kinh tế, hình thức sở hữu;</a:t>
            </a:r>
          </a:p>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Thị trường quyết định phân bổ nguồn lực;</a:t>
            </a:r>
          </a:p>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Giá cả hình thành theo nguyên tắc thị trường</a:t>
            </a:r>
          </a:p>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Cạnh tranh là môi trường, động lực</a:t>
            </a:r>
          </a:p>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Lợi ích KTXH là động lực trực tiếp</a:t>
            </a:r>
          </a:p>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Nhà nước quản lý và khắc phục khuyết tật</a:t>
            </a:r>
          </a:p>
          <a:p>
            <a:pPr marL="685800" indent="-685800" algn="just">
              <a:buFont typeface="Wingdings" panose="05000000000000000000" pitchFamily="2" charset="2"/>
              <a:buChar char="§"/>
              <a:defRPr/>
            </a:pPr>
            <a:r>
              <a:rPr lang="en-US" sz="4000" b="1">
                <a:solidFill>
                  <a:srgbClr val="002060"/>
                </a:solidFill>
                <a:cs typeface="Arial" panose="020B0604020202020204" pitchFamily="34" charset="0"/>
              </a:rPr>
              <a:t>Kinh tế mở</a:t>
            </a:r>
          </a:p>
        </p:txBody>
      </p:sp>
      <p:pic>
        <p:nvPicPr>
          <p:cNvPr id="5" name="Picture 4">
            <a:extLst>
              <a:ext uri="{FF2B5EF4-FFF2-40B4-BE49-F238E27FC236}">
                <a16:creationId xmlns:a16="http://schemas.microsoft.com/office/drawing/2014/main" id="{331620DB-FB9A-4F98-A197-3F5B31BC7F1F}"/>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04055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barn(inVertical)">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barn(inVertical)">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barn(inVertical)">
                                      <p:cBhvr>
                                        <p:cTn id="35" dur="500"/>
                                        <p:tgtEl>
                                          <p:spTgt spid="7">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barn(inVertical)">
                                      <p:cBhvr>
                                        <p:cTn id="40" dur="500"/>
                                        <p:tgtEl>
                                          <p:spTgt spid="7">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7">
                                            <p:txEl>
                                              <p:pRg st="4" end="4"/>
                                            </p:txEl>
                                          </p:spTgt>
                                        </p:tgtEl>
                                        <p:attrNameLst>
                                          <p:attrName>style.visibility</p:attrName>
                                        </p:attrNameLst>
                                      </p:cBhvr>
                                      <p:to>
                                        <p:strVal val="visible"/>
                                      </p:to>
                                    </p:set>
                                    <p:animEffect transition="in" filter="barn(inVertical)">
                                      <p:cBhvr>
                                        <p:cTn id="45" dur="500"/>
                                        <p:tgtEl>
                                          <p:spTgt spid="7">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7">
                                            <p:txEl>
                                              <p:pRg st="5" end="5"/>
                                            </p:txEl>
                                          </p:spTgt>
                                        </p:tgtEl>
                                        <p:attrNameLst>
                                          <p:attrName>style.visibility</p:attrName>
                                        </p:attrNameLst>
                                      </p:cBhvr>
                                      <p:to>
                                        <p:strVal val="visible"/>
                                      </p:to>
                                    </p:set>
                                    <p:animEffect transition="in" filter="barn(inVertical)">
                                      <p:cBhvr>
                                        <p:cTn id="50" dur="500"/>
                                        <p:tgtEl>
                                          <p:spTgt spid="7">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nodeType="clickEffect">
                                  <p:stCondLst>
                                    <p:cond delay="0"/>
                                  </p:stCondLst>
                                  <p:childTnLst>
                                    <p:set>
                                      <p:cBhvr>
                                        <p:cTn id="54" dur="1" fill="hold">
                                          <p:stCondLst>
                                            <p:cond delay="0"/>
                                          </p:stCondLst>
                                        </p:cTn>
                                        <p:tgtEl>
                                          <p:spTgt spid="7">
                                            <p:txEl>
                                              <p:pRg st="6" end="6"/>
                                            </p:txEl>
                                          </p:spTgt>
                                        </p:tgtEl>
                                        <p:attrNameLst>
                                          <p:attrName>style.visibility</p:attrName>
                                        </p:attrNameLst>
                                      </p:cBhvr>
                                      <p:to>
                                        <p:strVal val="visible"/>
                                      </p:to>
                                    </p:set>
                                    <p:animEffect transition="in" filter="barn(inVertical)">
                                      <p:cBhvr>
                                        <p:cTn id="55"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88C1C573-C2FB-E6CA-4B32-A65EB2145BEE}"/>
              </a:ext>
            </a:extLst>
          </p:cNvPr>
          <p:cNvSpPr>
            <a:spLocks noChangeArrowheads="1"/>
          </p:cNvSpPr>
          <p:nvPr/>
        </p:nvSpPr>
        <p:spPr bwMode="gray">
          <a:xfrm>
            <a:off x="5257800" y="2463800"/>
            <a:ext cx="95250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ƯU THẾ CỦA NỀN KINH TẾ THỊ TRƯỜNG</a:t>
            </a:r>
          </a:p>
        </p:txBody>
      </p:sp>
      <p:pic>
        <p:nvPicPr>
          <p:cNvPr id="5" name="Picture 4">
            <a:extLst>
              <a:ext uri="{FF2B5EF4-FFF2-40B4-BE49-F238E27FC236}">
                <a16:creationId xmlns:a16="http://schemas.microsoft.com/office/drawing/2014/main" id="{08022ED0-D55E-107A-0300-7B6BC4B90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5334000"/>
            <a:ext cx="4343400" cy="62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81AA466E-5782-DE61-FC9F-D77B95A42D3E}"/>
              </a:ext>
            </a:extLst>
          </p:cNvPr>
          <p:cNvSpPr txBox="1">
            <a:spLocks noChangeArrowheads="1"/>
          </p:cNvSpPr>
          <p:nvPr/>
        </p:nvSpPr>
        <p:spPr bwMode="auto">
          <a:xfrm>
            <a:off x="6477000" y="4996827"/>
            <a:ext cx="10287000" cy="6814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4200" b="1">
                <a:solidFill>
                  <a:srgbClr val="002060"/>
                </a:solidFill>
                <a:cs typeface="Arial" panose="020B0604020202020204" pitchFamily="34" charset="0"/>
              </a:rPr>
              <a:t>Tạo ra động lực mạnh mẽ cho sự hình thành ý tưởng mới của các chủ thể kinh tế;</a:t>
            </a:r>
          </a:p>
          <a:p>
            <a:pPr marL="685800" indent="-685800" algn="just">
              <a:buFont typeface="Wingdings" panose="05000000000000000000" pitchFamily="2" charset="2"/>
              <a:buChar char="§"/>
              <a:defRPr/>
            </a:pPr>
            <a:r>
              <a:rPr lang="en-US" sz="4200" b="1">
                <a:solidFill>
                  <a:srgbClr val="002060"/>
                </a:solidFill>
                <a:cs typeface="Arial" panose="020B0604020202020204" pitchFamily="34" charset="0"/>
              </a:rPr>
              <a:t>Phát huy tốt nhất tiềm năng của mọi chủ thể, các vùng miền cũng như lợi thế quốc gia trong quan hệ quốc tế;</a:t>
            </a:r>
          </a:p>
          <a:p>
            <a:pPr marL="685800" indent="-685800" algn="just">
              <a:buFont typeface="Wingdings" panose="05000000000000000000" pitchFamily="2" charset="2"/>
              <a:buChar char="§"/>
              <a:defRPr/>
            </a:pPr>
            <a:r>
              <a:rPr lang="en-US" sz="4200" b="1">
                <a:solidFill>
                  <a:srgbClr val="002060"/>
                </a:solidFill>
                <a:cs typeface="Arial" panose="020B0604020202020204" pitchFamily="34" charset="0"/>
              </a:rPr>
              <a:t>Tạo ra các phương thức để thỏa mãn tối đa nhu cầu của con người, từ đó thúc đẩy tiến bộ, văn minh xã hội</a:t>
            </a:r>
          </a:p>
        </p:txBody>
      </p:sp>
      <p:pic>
        <p:nvPicPr>
          <p:cNvPr id="7" name="Picture 6">
            <a:extLst>
              <a:ext uri="{FF2B5EF4-FFF2-40B4-BE49-F238E27FC236}">
                <a16:creationId xmlns:a16="http://schemas.microsoft.com/office/drawing/2014/main" id="{30BAA534-35A0-40EC-8495-0BD0924522E0}"/>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43121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barn(inVertical)">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barn(inVertical)">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barn(inVertical)">
                                      <p:cBhvr>
                                        <p:cTn id="3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58D72BA7-A253-086E-7085-027BA1E0CFEC}"/>
              </a:ext>
            </a:extLst>
          </p:cNvPr>
          <p:cNvSpPr>
            <a:spLocks noChangeArrowheads="1"/>
          </p:cNvSpPr>
          <p:nvPr/>
        </p:nvSpPr>
        <p:spPr bwMode="gray">
          <a:xfrm>
            <a:off x="4572000" y="2590800"/>
            <a:ext cx="105156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KHUYẾT TẬT CỦA NỀN KINH TẾ THỊ TRƯỜNG</a:t>
            </a:r>
          </a:p>
        </p:txBody>
      </p:sp>
      <p:pic>
        <p:nvPicPr>
          <p:cNvPr id="3" name="Picture 2">
            <a:extLst>
              <a:ext uri="{FF2B5EF4-FFF2-40B4-BE49-F238E27FC236}">
                <a16:creationId xmlns:a16="http://schemas.microsoft.com/office/drawing/2014/main" id="{EF285929-429E-F2F1-6EE6-FEE4BAC482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5257800"/>
            <a:ext cx="4343400" cy="6553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67325931-61BC-36C3-102F-52486007C98C}"/>
              </a:ext>
            </a:extLst>
          </p:cNvPr>
          <p:cNvSpPr txBox="1">
            <a:spLocks noChangeArrowheads="1"/>
          </p:cNvSpPr>
          <p:nvPr/>
        </p:nvSpPr>
        <p:spPr bwMode="auto">
          <a:xfrm>
            <a:off x="6477000" y="4996827"/>
            <a:ext cx="10287000" cy="703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4800" b="1">
                <a:solidFill>
                  <a:srgbClr val="002060"/>
                </a:solidFill>
                <a:cs typeface="Arial" panose="020B0604020202020204" pitchFamily="34" charset="0"/>
              </a:rPr>
              <a:t>Luôn tiềm ẩn những rủi ro khủng hoảng;</a:t>
            </a:r>
          </a:p>
          <a:p>
            <a:pPr marL="685800" indent="-685800" algn="just">
              <a:buFont typeface="Wingdings" panose="05000000000000000000" pitchFamily="2" charset="2"/>
              <a:buChar char="§"/>
              <a:defRPr/>
            </a:pPr>
            <a:r>
              <a:rPr lang="en-US" sz="4800" b="1">
                <a:solidFill>
                  <a:srgbClr val="002060"/>
                </a:solidFill>
                <a:cs typeface="Arial" panose="020B0604020202020204" pitchFamily="34" charset="0"/>
              </a:rPr>
              <a:t>Không tự khắc phục được xu hướng cạn kiệt tài nguyên không tái tạo, ô nhiễm môi trường tự nhiên – xã hội</a:t>
            </a:r>
          </a:p>
          <a:p>
            <a:pPr marL="685800" indent="-685800" algn="just">
              <a:buFont typeface="Wingdings" panose="05000000000000000000" pitchFamily="2" charset="2"/>
              <a:buChar char="§"/>
              <a:defRPr/>
            </a:pPr>
            <a:r>
              <a:rPr lang="en-US" sz="4800" b="1">
                <a:solidFill>
                  <a:srgbClr val="002060"/>
                </a:solidFill>
                <a:cs typeface="Arial" panose="020B0604020202020204" pitchFamily="34" charset="0"/>
              </a:rPr>
              <a:t>Không tự khắc phục được hiện tượng phân hóa sâu sắc trong xã hội</a:t>
            </a:r>
          </a:p>
        </p:txBody>
      </p:sp>
      <p:pic>
        <p:nvPicPr>
          <p:cNvPr id="5" name="Picture 4">
            <a:extLst>
              <a:ext uri="{FF2B5EF4-FFF2-40B4-BE49-F238E27FC236}">
                <a16:creationId xmlns:a16="http://schemas.microsoft.com/office/drawing/2014/main" id="{A7A7F395-D9C7-4B23-854D-2ACA5782866A}"/>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66663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barn(inVertical)">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barn(inVertical)">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barn(inVertical)">
                                      <p:cBhvr>
                                        <p:cTn id="3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3DC732C2-CC30-084B-0126-5D4871D1CCAC}"/>
              </a:ext>
            </a:extLst>
          </p:cNvPr>
          <p:cNvSpPr>
            <a:spLocks noChangeArrowheads="1"/>
          </p:cNvSpPr>
          <p:nvPr/>
        </p:nvSpPr>
        <p:spPr bwMode="gray">
          <a:xfrm>
            <a:off x="7391400" y="2712357"/>
            <a:ext cx="48006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QUY LUẬT GIÁ TRỊ</a:t>
            </a:r>
          </a:p>
        </p:txBody>
      </p:sp>
      <p:pic>
        <p:nvPicPr>
          <p:cNvPr id="5" name="Picture 8">
            <a:extLst>
              <a:ext uri="{FF2B5EF4-FFF2-40B4-BE49-F238E27FC236}">
                <a16:creationId xmlns:a16="http://schemas.microsoft.com/office/drawing/2014/main" id="{B1A2D124-D841-DEC7-ECBB-451155CE3E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886200"/>
            <a:ext cx="472440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9CCA99A7-5C61-7701-8B2D-44B6061C1A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8382000"/>
            <a:ext cx="396240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C32F6D1-9770-30CE-D98C-EC236628B38B}"/>
              </a:ext>
            </a:extLst>
          </p:cNvPr>
          <p:cNvSpPr txBox="1">
            <a:spLocks noChangeArrowheads="1"/>
          </p:cNvSpPr>
          <p:nvPr/>
        </p:nvSpPr>
        <p:spPr bwMode="auto">
          <a:xfrm>
            <a:off x="6477000" y="4191000"/>
            <a:ext cx="10287000" cy="7478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Clr>
                <a:schemeClr val="accent1"/>
              </a:buClr>
              <a:buSzPct val="85000"/>
              <a:buNone/>
            </a:pPr>
            <a:r>
              <a:rPr lang="en-US" altLang="en-US" sz="4000" b="1" i="1">
                <a:solidFill>
                  <a:srgbClr val="002060"/>
                </a:solidFill>
                <a:cs typeface="Arial" panose="020B0604020202020204" pitchFamily="34" charset="0"/>
              </a:rPr>
              <a:t>1. Nội dung: Vi</a:t>
            </a:r>
            <a:r>
              <a:rPr lang="en-US" altLang="en-US" sz="4000" b="1" i="1">
                <a:solidFill>
                  <a:srgbClr val="002060"/>
                </a:solidFill>
              </a:rPr>
              <a:t>ệc sản xuất và mua bán H</a:t>
            </a:r>
            <a:r>
              <a:rPr lang="en-US" altLang="en-US" sz="4000" b="1" i="1">
                <a:solidFill>
                  <a:srgbClr val="002060"/>
                </a:solidFill>
                <a:cs typeface="Arial" panose="020B0604020202020204" pitchFamily="34" charset="0"/>
              </a:rPr>
              <a:t>²</a:t>
            </a:r>
            <a:r>
              <a:rPr lang="en-US" altLang="en-US" sz="4000" b="1" i="1">
                <a:solidFill>
                  <a:srgbClr val="002060"/>
                </a:solidFill>
              </a:rPr>
              <a:t> phải dựa trên cơ sở GIÁ TRỊ XÃ HỘI</a:t>
            </a:r>
          </a:p>
          <a:p>
            <a:pPr algn="just">
              <a:buClr>
                <a:schemeClr val="accent1"/>
              </a:buClr>
              <a:buSzPct val="85000"/>
              <a:buNone/>
            </a:pPr>
            <a:r>
              <a:rPr lang="en-US" altLang="en-US" sz="4000" b="1" i="1">
                <a:solidFill>
                  <a:srgbClr val="002060"/>
                </a:solidFill>
              </a:rPr>
              <a:t>2. Yêu cầu:</a:t>
            </a:r>
          </a:p>
          <a:p>
            <a:pPr algn="just">
              <a:buClr>
                <a:schemeClr val="accent1"/>
              </a:buClr>
              <a:buSzPct val="85000"/>
              <a:buNone/>
            </a:pPr>
            <a:r>
              <a:rPr lang="en-US" altLang="en-US" sz="4000">
                <a:solidFill>
                  <a:srgbClr val="002060"/>
                </a:solidFill>
                <a:cs typeface="Arial" panose="020B0604020202020204" pitchFamily="34" charset="0"/>
              </a:rPr>
              <a:t>→ trong sx: GTCB &lt; GTXH</a:t>
            </a:r>
            <a:endParaRPr lang="en-US" altLang="en-US" sz="4000">
              <a:solidFill>
                <a:srgbClr val="002060"/>
              </a:solidFill>
            </a:endParaRPr>
          </a:p>
          <a:p>
            <a:pPr algn="just">
              <a:buClr>
                <a:schemeClr val="accent1"/>
              </a:buClr>
              <a:buSzPct val="85000"/>
              <a:buNone/>
            </a:pPr>
            <a:r>
              <a:rPr lang="en-US" altLang="en-US" sz="4000">
                <a:solidFill>
                  <a:srgbClr val="002060"/>
                </a:solidFill>
                <a:cs typeface="Arial" panose="020B0604020202020204" pitchFamily="34" charset="0"/>
              </a:rPr>
              <a:t>→ trong mua bán</a:t>
            </a:r>
            <a:r>
              <a:rPr lang="en-US" altLang="en-US" sz="4000">
                <a:solidFill>
                  <a:srgbClr val="002060"/>
                </a:solidFill>
              </a:rPr>
              <a:t>: nguyên tắc </a:t>
            </a:r>
            <a:r>
              <a:rPr lang="en-US" altLang="en-US" sz="4000">
                <a:solidFill>
                  <a:srgbClr val="002060"/>
                </a:solidFill>
                <a:highlight>
                  <a:srgbClr val="FFFF00"/>
                </a:highlight>
              </a:rPr>
              <a:t>NGANG GIÁ</a:t>
            </a:r>
          </a:p>
          <a:p>
            <a:pPr algn="just">
              <a:buClr>
                <a:schemeClr val="accent1"/>
              </a:buClr>
              <a:buSzPct val="85000"/>
              <a:buNone/>
            </a:pPr>
            <a:r>
              <a:rPr lang="en-US" altLang="en-US" sz="4000" b="1">
                <a:solidFill>
                  <a:srgbClr val="002060"/>
                </a:solidFill>
                <a:cs typeface="Arial" panose="020B0604020202020204" pitchFamily="34" charset="0"/>
              </a:rPr>
              <a:t>3. Cơ chế: Hoạt động thông qua sự lên xuống của giá cả xoay quanh giá trị dưới tác động của 5 yếu tố</a:t>
            </a:r>
          </a:p>
          <a:p>
            <a:pPr algn="just">
              <a:buClr>
                <a:schemeClr val="accent1"/>
              </a:buClr>
              <a:buSzPct val="85000"/>
              <a:buNone/>
            </a:pPr>
            <a:r>
              <a:rPr lang="en-US" altLang="en-US" sz="4000" b="1">
                <a:solidFill>
                  <a:srgbClr val="002060"/>
                </a:solidFill>
                <a:cs typeface="Arial" panose="020B0604020202020204" pitchFamily="34" charset="0"/>
              </a:rPr>
              <a:t>4. Tác dụng: điều tiết sản xuất &amp; lưu thông HH – thúc đẩy LLSX – phân hóa giàu nghèo</a:t>
            </a:r>
            <a:endParaRPr lang="en-US" altLang="en-US" sz="4000">
              <a:solidFill>
                <a:srgbClr val="002060"/>
              </a:solidFill>
            </a:endParaRPr>
          </a:p>
        </p:txBody>
      </p:sp>
      <p:sp>
        <p:nvSpPr>
          <p:cNvPr id="9" name="AutoShape 7">
            <a:extLst>
              <a:ext uri="{FF2B5EF4-FFF2-40B4-BE49-F238E27FC236}">
                <a16:creationId xmlns:a16="http://schemas.microsoft.com/office/drawing/2014/main" id="{E5ED7F88-46BA-9617-1D74-F2F168BA04EF}"/>
              </a:ext>
            </a:extLst>
          </p:cNvPr>
          <p:cNvSpPr>
            <a:spLocks noChangeArrowheads="1"/>
          </p:cNvSpPr>
          <p:nvPr/>
        </p:nvSpPr>
        <p:spPr bwMode="gray">
          <a:xfrm>
            <a:off x="3486269" y="1212179"/>
            <a:ext cx="121920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CÁC QUY LUẬT KINH TẾ CHỦ YẾU CỦA THỊ TRƯỜNG</a:t>
            </a:r>
          </a:p>
        </p:txBody>
      </p:sp>
      <p:pic>
        <p:nvPicPr>
          <p:cNvPr id="7" name="Picture 6">
            <a:extLst>
              <a:ext uri="{FF2B5EF4-FFF2-40B4-BE49-F238E27FC236}">
                <a16:creationId xmlns:a16="http://schemas.microsoft.com/office/drawing/2014/main" id="{19FD5D03-CBD5-4E04-B2EE-8099CCFD3FBC}"/>
              </a:ext>
            </a:extLst>
          </p:cNvPr>
          <p:cNvPicPr>
            <a:picLocks noChangeAspect="1"/>
          </p:cNvPicPr>
          <p:nvPr/>
        </p:nvPicPr>
        <p:blipFill>
          <a:blip r:embed="rId4"/>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31562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53" presetClass="entr" presetSubtype="16"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par>
                                <p:cTn id="16" presetID="53" presetClass="entr" presetSubtype="16"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par>
                          <p:cTn id="21" fill="hold">
                            <p:stCondLst>
                              <p:cond delay="500"/>
                            </p:stCondLst>
                            <p:childTnLst>
                              <p:par>
                                <p:cTn id="22"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barn(inVertical)">
                                      <p:cBhvr>
                                        <p:cTn id="31" dur="500"/>
                                        <p:tgtEl>
                                          <p:spTgt spid="8">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8">
                                            <p:txEl>
                                              <p:pRg st="1" end="1"/>
                                            </p:txEl>
                                          </p:spTgt>
                                        </p:tgtEl>
                                        <p:attrNameLst>
                                          <p:attrName>style.visibility</p:attrName>
                                        </p:attrNameLst>
                                      </p:cBhvr>
                                      <p:to>
                                        <p:strVal val="visible"/>
                                      </p:to>
                                    </p:set>
                                    <p:animEffect transition="in" filter="barn(inVertical)">
                                      <p:cBhvr>
                                        <p:cTn id="36" dur="500"/>
                                        <p:tgtEl>
                                          <p:spTgt spid="8">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8">
                                            <p:txEl>
                                              <p:pRg st="2" end="2"/>
                                            </p:txEl>
                                          </p:spTgt>
                                        </p:tgtEl>
                                        <p:attrNameLst>
                                          <p:attrName>style.visibility</p:attrName>
                                        </p:attrNameLst>
                                      </p:cBhvr>
                                      <p:to>
                                        <p:strVal val="visible"/>
                                      </p:to>
                                    </p:set>
                                    <p:animEffect transition="in" filter="barn(inVertical)">
                                      <p:cBhvr>
                                        <p:cTn id="41" dur="500"/>
                                        <p:tgtEl>
                                          <p:spTgt spid="8">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8">
                                            <p:txEl>
                                              <p:pRg st="3" end="3"/>
                                            </p:txEl>
                                          </p:spTgt>
                                        </p:tgtEl>
                                        <p:attrNameLst>
                                          <p:attrName>style.visibility</p:attrName>
                                        </p:attrNameLst>
                                      </p:cBhvr>
                                      <p:to>
                                        <p:strVal val="visible"/>
                                      </p:to>
                                    </p:set>
                                    <p:animEffect transition="in" filter="barn(inVertical)">
                                      <p:cBhvr>
                                        <p:cTn id="46" dur="500"/>
                                        <p:tgtEl>
                                          <p:spTgt spid="8">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8">
                                            <p:txEl>
                                              <p:pRg st="4" end="4"/>
                                            </p:txEl>
                                          </p:spTgt>
                                        </p:tgtEl>
                                        <p:attrNameLst>
                                          <p:attrName>style.visibility</p:attrName>
                                        </p:attrNameLst>
                                      </p:cBhvr>
                                      <p:to>
                                        <p:strVal val="visible"/>
                                      </p:to>
                                    </p:set>
                                    <p:animEffect transition="in" filter="barn(inVertical)">
                                      <p:cBhvr>
                                        <p:cTn id="51" dur="500"/>
                                        <p:tgtEl>
                                          <p:spTgt spid="8">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8">
                                            <p:txEl>
                                              <p:pRg st="5" end="5"/>
                                            </p:txEl>
                                          </p:spTgt>
                                        </p:tgtEl>
                                        <p:attrNameLst>
                                          <p:attrName>style.visibility</p:attrName>
                                        </p:attrNameLst>
                                      </p:cBhvr>
                                      <p:to>
                                        <p:strVal val="visible"/>
                                      </p:to>
                                    </p:set>
                                    <p:animEffect transition="in" filter="barn(inVertical)">
                                      <p:cBhvr>
                                        <p:cTn id="56"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4">
            <a:extLst>
              <a:ext uri="{FF2B5EF4-FFF2-40B4-BE49-F238E27FC236}">
                <a16:creationId xmlns:a16="http://schemas.microsoft.com/office/drawing/2014/main" id="{B7DB2945-6109-1B7F-81DE-08D0C096E634}"/>
              </a:ext>
            </a:extLst>
          </p:cNvPr>
          <p:cNvSpPr txBox="1">
            <a:spLocks noChangeArrowheads="1"/>
          </p:cNvSpPr>
          <p:nvPr/>
        </p:nvSpPr>
        <p:spPr bwMode="black">
          <a:xfrm>
            <a:off x="10553700" y="6899276"/>
            <a:ext cx="7239000" cy="2062103"/>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ClrTx/>
              <a:buFont typeface="Wingdings" panose="05000000000000000000" pitchFamily="2" charset="2"/>
              <a:buNone/>
              <a:defRPr/>
            </a:pPr>
            <a:r>
              <a:rPr lang="vi-VN" altLang="en-US" b="1">
                <a:solidFill>
                  <a:srgbClr val="002060"/>
                </a:solidFill>
              </a:rPr>
              <a:t>Giá cả = giá trị (Khi Cung = Cầu)</a:t>
            </a:r>
          </a:p>
          <a:p>
            <a:pPr algn="just" eaLnBrk="1" hangingPunct="1">
              <a:spcBef>
                <a:spcPct val="50000"/>
              </a:spcBef>
              <a:buClrTx/>
              <a:buFont typeface="Wingdings" panose="05000000000000000000" pitchFamily="2" charset="2"/>
              <a:buNone/>
              <a:defRPr/>
            </a:pPr>
            <a:r>
              <a:rPr lang="vi-VN" altLang="en-US" b="1">
                <a:solidFill>
                  <a:srgbClr val="002060"/>
                </a:solidFill>
              </a:rPr>
              <a:t>Giá cả &gt; giá trị (Khi Cung &lt; Cầu)</a:t>
            </a:r>
          </a:p>
          <a:p>
            <a:pPr algn="just" eaLnBrk="1" hangingPunct="1">
              <a:spcBef>
                <a:spcPct val="50000"/>
              </a:spcBef>
              <a:buClrTx/>
              <a:buFont typeface="Wingdings" panose="05000000000000000000" pitchFamily="2" charset="2"/>
              <a:buNone/>
              <a:defRPr/>
            </a:pPr>
            <a:r>
              <a:rPr lang="vi-VN" altLang="en-US" b="1">
                <a:solidFill>
                  <a:srgbClr val="002060"/>
                </a:solidFill>
              </a:rPr>
              <a:t>Giá cả &lt; giá trị (Khi Cung &gt; Cầu)</a:t>
            </a:r>
          </a:p>
        </p:txBody>
      </p:sp>
      <p:pic>
        <p:nvPicPr>
          <p:cNvPr id="3" name="Picture 2">
            <a:extLst>
              <a:ext uri="{FF2B5EF4-FFF2-40B4-BE49-F238E27FC236}">
                <a16:creationId xmlns:a16="http://schemas.microsoft.com/office/drawing/2014/main" id="{CBAD5C8F-DB5B-D1DA-F56A-278DEF307256}"/>
              </a:ext>
            </a:extLst>
          </p:cNvPr>
          <p:cNvPicPr>
            <a:picLocks noChangeAspect="1"/>
          </p:cNvPicPr>
          <p:nvPr/>
        </p:nvPicPr>
        <p:blipFill>
          <a:blip r:embed="rId2"/>
          <a:stretch>
            <a:fillRect/>
          </a:stretch>
        </p:blipFill>
        <p:spPr>
          <a:xfrm>
            <a:off x="1676400" y="4381501"/>
            <a:ext cx="6553200" cy="74294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ight Arrow 2">
            <a:extLst>
              <a:ext uri="{FF2B5EF4-FFF2-40B4-BE49-F238E27FC236}">
                <a16:creationId xmlns:a16="http://schemas.microsoft.com/office/drawing/2014/main" id="{FBFEB4E2-FC05-6802-4913-D77576A012E3}"/>
              </a:ext>
            </a:extLst>
          </p:cNvPr>
          <p:cNvSpPr/>
          <p:nvPr/>
        </p:nvSpPr>
        <p:spPr>
          <a:xfrm>
            <a:off x="8664576" y="6756400"/>
            <a:ext cx="1524000" cy="2438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600">
              <a:solidFill>
                <a:srgbClr val="002060"/>
              </a:solidFill>
            </a:endParaRPr>
          </a:p>
        </p:txBody>
      </p:sp>
      <p:sp>
        <p:nvSpPr>
          <p:cNvPr id="10" name="AutoShape 7">
            <a:extLst>
              <a:ext uri="{FF2B5EF4-FFF2-40B4-BE49-F238E27FC236}">
                <a16:creationId xmlns:a16="http://schemas.microsoft.com/office/drawing/2014/main" id="{ADEAB203-FE27-40D1-7A7E-364EBAB75A24}"/>
              </a:ext>
            </a:extLst>
          </p:cNvPr>
          <p:cNvSpPr>
            <a:spLocks noChangeArrowheads="1"/>
          </p:cNvSpPr>
          <p:nvPr/>
        </p:nvSpPr>
        <p:spPr bwMode="gray">
          <a:xfrm>
            <a:off x="3654286" y="2260600"/>
            <a:ext cx="118110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QUY LUẬT CUNG CẦU – QUY LUẬT LƯU THÔNG H</a:t>
            </a:r>
            <a:r>
              <a:rPr lang="en-US" altLang="en-US" sz="3600" b="1" baseline="30000">
                <a:solidFill>
                  <a:srgbClr val="002060"/>
                </a:solidFill>
              </a:rPr>
              <a:t>2</a:t>
            </a:r>
            <a:endParaRPr lang="en-US" altLang="en-US" sz="3600" b="1">
              <a:solidFill>
                <a:srgbClr val="002060"/>
              </a:solidFill>
            </a:endParaRPr>
          </a:p>
        </p:txBody>
      </p:sp>
      <p:pic>
        <p:nvPicPr>
          <p:cNvPr id="6" name="Picture 5">
            <a:extLst>
              <a:ext uri="{FF2B5EF4-FFF2-40B4-BE49-F238E27FC236}">
                <a16:creationId xmlns:a16="http://schemas.microsoft.com/office/drawing/2014/main" id="{C825C48B-B313-4C19-9B8E-1196C99F6D14}"/>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78927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4">
            <a:extLst>
              <a:ext uri="{FF2B5EF4-FFF2-40B4-BE49-F238E27FC236}">
                <a16:creationId xmlns:a16="http://schemas.microsoft.com/office/drawing/2014/main" id="{316D7C4B-E76F-7126-E1FC-396D4D44B5D5}"/>
              </a:ext>
            </a:extLst>
          </p:cNvPr>
          <p:cNvSpPr>
            <a:spLocks noChangeShapeType="1"/>
          </p:cNvSpPr>
          <p:nvPr/>
        </p:nvSpPr>
        <p:spPr bwMode="auto">
          <a:xfrm>
            <a:off x="2806701" y="3832226"/>
            <a:ext cx="15843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5" name="Line 5">
            <a:extLst>
              <a:ext uri="{FF2B5EF4-FFF2-40B4-BE49-F238E27FC236}">
                <a16:creationId xmlns:a16="http://schemas.microsoft.com/office/drawing/2014/main" id="{58C37221-72FD-54B0-C2A5-E5E66C3E029D}"/>
              </a:ext>
            </a:extLst>
          </p:cNvPr>
          <p:cNvSpPr>
            <a:spLocks noChangeShapeType="1"/>
          </p:cNvSpPr>
          <p:nvPr/>
        </p:nvSpPr>
        <p:spPr bwMode="auto">
          <a:xfrm>
            <a:off x="2374900" y="3832226"/>
            <a:ext cx="259397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6" name="AutoShape 7">
            <a:extLst>
              <a:ext uri="{FF2B5EF4-FFF2-40B4-BE49-F238E27FC236}">
                <a16:creationId xmlns:a16="http://schemas.microsoft.com/office/drawing/2014/main" id="{DAD09828-3EE6-B37E-46F3-7F6923B6D775}"/>
              </a:ext>
            </a:extLst>
          </p:cNvPr>
          <p:cNvSpPr>
            <a:spLocks noChangeArrowheads="1"/>
          </p:cNvSpPr>
          <p:nvPr/>
        </p:nvSpPr>
        <p:spPr bwMode="gray">
          <a:xfrm>
            <a:off x="5715000" y="2178022"/>
            <a:ext cx="76962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QUY LUẬT LƯU THÔNG TIỀN TỆ</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3D51997-5A67-B985-AD2E-5CFD7A5303D4}"/>
                  </a:ext>
                </a:extLst>
              </p:cNvPr>
              <p:cNvSpPr txBox="1"/>
              <p:nvPr/>
            </p:nvSpPr>
            <p:spPr>
              <a:xfrm>
                <a:off x="6213995" y="6934200"/>
                <a:ext cx="5995167" cy="95571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002060"/>
                          </a:solidFill>
                          <a:latin typeface="Cambria Math" panose="02040503050406030204" pitchFamily="18" charset="0"/>
                        </a:rPr>
                        <m:t>𝑀</m:t>
                      </m:r>
                      <m:r>
                        <a:rPr lang="en-US" sz="3200" b="0" i="0" smtClean="0">
                          <a:solidFill>
                            <a:srgbClr val="002060"/>
                          </a:solidFill>
                          <a:latin typeface="Cambria Math" panose="02040503050406030204" pitchFamily="18" charset="0"/>
                        </a:rPr>
                        <m:t>= </m:t>
                      </m:r>
                      <m:f>
                        <m:fPr>
                          <m:ctrlPr>
                            <a:rPr lang="en-US" sz="3200" b="0" i="1" smtClean="0">
                              <a:solidFill>
                                <a:srgbClr val="002060"/>
                              </a:solidFill>
                              <a:latin typeface="Cambria Math" panose="02040503050406030204" pitchFamily="18" charset="0"/>
                            </a:rPr>
                          </m:ctrlPr>
                        </m:fPr>
                        <m:num>
                          <m:r>
                            <a:rPr lang="en-US" sz="3200" b="0" i="1" smtClean="0">
                              <a:solidFill>
                                <a:srgbClr val="002060"/>
                              </a:solidFill>
                              <a:latin typeface="Cambria Math" panose="02040503050406030204" pitchFamily="18" charset="0"/>
                            </a:rPr>
                            <m:t>𝑃</m:t>
                          </m:r>
                          <m:r>
                            <a:rPr lang="en-US" sz="3200" b="0" i="1" smtClean="0">
                              <a:solidFill>
                                <a:srgbClr val="002060"/>
                              </a:solidFill>
                              <a:latin typeface="Cambria Math" panose="02040503050406030204" pitchFamily="18" charset="0"/>
                            </a:rPr>
                            <m:t>. </m:t>
                          </m:r>
                          <m:r>
                            <a:rPr lang="en-US" sz="3200" b="0" i="1" smtClean="0">
                              <a:solidFill>
                                <a:srgbClr val="002060"/>
                              </a:solidFill>
                              <a:latin typeface="Cambria Math" panose="02040503050406030204" pitchFamily="18" charset="0"/>
                            </a:rPr>
                            <m:t>𝑄</m:t>
                          </m:r>
                          <m:r>
                            <a:rPr lang="en-US" sz="3200" b="0" i="1" smtClean="0">
                              <a:solidFill>
                                <a:srgbClr val="002060"/>
                              </a:solidFill>
                              <a:latin typeface="Cambria Math" panose="02040503050406030204" pitchFamily="18" charset="0"/>
                            </a:rPr>
                            <m:t> −</m:t>
                          </m:r>
                          <m:d>
                            <m:dPr>
                              <m:ctrlPr>
                                <a:rPr lang="en-US" sz="3200" b="0" i="1" smtClean="0">
                                  <a:solidFill>
                                    <a:srgbClr val="002060"/>
                                  </a:solidFill>
                                  <a:latin typeface="Cambria Math" panose="02040503050406030204" pitchFamily="18" charset="0"/>
                                </a:rPr>
                              </m:ctrlPr>
                            </m:dPr>
                            <m:e>
                              <m:r>
                                <a:rPr lang="en-US" sz="3200" b="0" i="1" smtClean="0">
                                  <a:solidFill>
                                    <a:srgbClr val="002060"/>
                                  </a:solidFill>
                                  <a:latin typeface="Cambria Math" panose="02040503050406030204" pitchFamily="18" charset="0"/>
                                </a:rPr>
                                <m:t>𝑃𝑄𝑏</m:t>
                              </m:r>
                              <m:r>
                                <a:rPr lang="en-US" sz="3200" b="0" i="1" smtClean="0">
                                  <a:solidFill>
                                    <a:srgbClr val="002060"/>
                                  </a:solidFill>
                                  <a:latin typeface="Cambria Math" panose="02040503050406030204" pitchFamily="18" charset="0"/>
                                </a:rPr>
                                <m:t>+</m:t>
                              </m:r>
                              <m:r>
                                <a:rPr lang="en-US" sz="3200" b="0" i="1" smtClean="0">
                                  <a:solidFill>
                                    <a:srgbClr val="002060"/>
                                  </a:solidFill>
                                  <a:latin typeface="Cambria Math" panose="02040503050406030204" pitchFamily="18" charset="0"/>
                                </a:rPr>
                                <m:t>𝑃𝑄𝑘</m:t>
                              </m:r>
                            </m:e>
                          </m:d>
                          <m:r>
                            <a:rPr lang="en-US" sz="3200" b="0" i="1" smtClean="0">
                              <a:solidFill>
                                <a:srgbClr val="002060"/>
                              </a:solidFill>
                              <a:latin typeface="Cambria Math" panose="02040503050406030204" pitchFamily="18" charset="0"/>
                            </a:rPr>
                            <m:t>+</m:t>
                          </m:r>
                          <m:r>
                            <a:rPr lang="en-US" sz="3200" b="0" i="1" smtClean="0">
                              <a:solidFill>
                                <a:srgbClr val="002060"/>
                              </a:solidFill>
                              <a:latin typeface="Cambria Math" panose="02040503050406030204" pitchFamily="18" charset="0"/>
                            </a:rPr>
                            <m:t>𝑃𝑄𝑑</m:t>
                          </m:r>
                        </m:num>
                        <m:den>
                          <m:r>
                            <a:rPr lang="en-US" sz="3200" b="0" i="1" smtClean="0">
                              <a:solidFill>
                                <a:srgbClr val="002060"/>
                              </a:solidFill>
                              <a:latin typeface="Cambria Math" panose="02040503050406030204" pitchFamily="18" charset="0"/>
                            </a:rPr>
                            <m:t>𝑉</m:t>
                          </m:r>
                        </m:den>
                      </m:f>
                    </m:oMath>
                  </m:oMathPara>
                </a14:m>
                <a:endParaRPr lang="en-US" sz="3200">
                  <a:solidFill>
                    <a:srgbClr val="002060"/>
                  </a:solidFill>
                </a:endParaRPr>
              </a:p>
            </p:txBody>
          </p:sp>
        </mc:Choice>
        <mc:Fallback xmlns="">
          <p:sp>
            <p:nvSpPr>
              <p:cNvPr id="8" name="TextBox 7">
                <a:extLst>
                  <a:ext uri="{FF2B5EF4-FFF2-40B4-BE49-F238E27FC236}">
                    <a16:creationId xmlns:a16="http://schemas.microsoft.com/office/drawing/2014/main" id="{03D51997-5A67-B985-AD2E-5CFD7A5303D4}"/>
                  </a:ext>
                </a:extLst>
              </p:cNvPr>
              <p:cNvSpPr txBox="1">
                <a:spLocks noRot="1" noChangeAspect="1" noMove="1" noResize="1" noEditPoints="1" noAdjustHandles="1" noChangeArrowheads="1" noChangeShapeType="1" noTextEdit="1"/>
              </p:cNvSpPr>
              <p:nvPr/>
            </p:nvSpPr>
            <p:spPr>
              <a:xfrm>
                <a:off x="6213995" y="6934200"/>
                <a:ext cx="5995167" cy="955711"/>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C6579B25-E3CB-FB4B-F6C1-88D1CE344D30}"/>
              </a:ext>
            </a:extLst>
          </p:cNvPr>
          <p:cNvSpPr txBox="1">
            <a:spLocks noChangeArrowheads="1"/>
          </p:cNvSpPr>
          <p:nvPr/>
        </p:nvSpPr>
        <p:spPr bwMode="auto">
          <a:xfrm>
            <a:off x="1616076" y="3487543"/>
            <a:ext cx="10287000"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None/>
            </a:pPr>
            <a:r>
              <a:rPr lang="en-US" altLang="en-US" sz="4800">
                <a:solidFill>
                  <a:srgbClr val="002060"/>
                </a:solidFill>
              </a:rPr>
              <a:t>Khi tiền tệ chỉ làm chức năng LƯU THÔNG:</a:t>
            </a:r>
          </a:p>
          <a:p>
            <a:pPr algn="just">
              <a:buNone/>
            </a:pPr>
            <a:endParaRPr lang="en-US" altLang="en-US" sz="4800" b="1">
              <a:solidFill>
                <a:srgbClr val="00206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18F193-379A-EA57-3A2E-EFF670A3CB11}"/>
                  </a:ext>
                </a:extLst>
              </p:cNvPr>
              <p:cNvSpPr txBox="1"/>
              <p:nvPr/>
            </p:nvSpPr>
            <p:spPr>
              <a:xfrm>
                <a:off x="4968876" y="4267200"/>
                <a:ext cx="4354028" cy="809452"/>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2060"/>
                          </a:solidFill>
                          <a:latin typeface="Cambria Math" panose="02040503050406030204" pitchFamily="18" charset="0"/>
                        </a:rPr>
                        <m:t>𝑀</m:t>
                      </m:r>
                      <m:r>
                        <a:rPr lang="en-US" sz="2800" b="0" i="0" smtClean="0">
                          <a:solidFill>
                            <a:srgbClr val="002060"/>
                          </a:solidFill>
                          <a:latin typeface="Cambria Math" panose="02040503050406030204" pitchFamily="18" charset="0"/>
                        </a:rPr>
                        <m:t>= </m:t>
                      </m:r>
                      <m:f>
                        <m:fPr>
                          <m:ctrlPr>
                            <a:rPr lang="en-US"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𝑃</m:t>
                          </m:r>
                          <m:r>
                            <a:rPr lang="en-US" sz="2800" b="0" i="1" smtClean="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𝑥</m:t>
                          </m:r>
                          <m:r>
                            <a:rPr lang="en-US" sz="2800" b="0" i="1" smtClean="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𝑄</m:t>
                          </m:r>
                        </m:num>
                        <m:den>
                          <m:r>
                            <a:rPr lang="en-US" sz="2800" b="0" i="1" smtClean="0">
                              <a:solidFill>
                                <a:srgbClr val="002060"/>
                              </a:solidFill>
                              <a:latin typeface="Cambria Math" panose="02040503050406030204" pitchFamily="18" charset="0"/>
                            </a:rPr>
                            <m:t>𝑉</m:t>
                          </m:r>
                        </m:den>
                      </m:f>
                    </m:oMath>
                  </m:oMathPara>
                </a14:m>
                <a:endParaRPr lang="en-US" sz="2800">
                  <a:solidFill>
                    <a:srgbClr val="002060"/>
                  </a:solidFill>
                </a:endParaRPr>
              </a:p>
            </p:txBody>
          </p:sp>
        </mc:Choice>
        <mc:Fallback xmlns="">
          <p:sp>
            <p:nvSpPr>
              <p:cNvPr id="11" name="TextBox 10">
                <a:extLst>
                  <a:ext uri="{FF2B5EF4-FFF2-40B4-BE49-F238E27FC236}">
                    <a16:creationId xmlns:a16="http://schemas.microsoft.com/office/drawing/2014/main" id="{4E18F193-379A-EA57-3A2E-EFF670A3CB11}"/>
                  </a:ext>
                </a:extLst>
              </p:cNvPr>
              <p:cNvSpPr txBox="1">
                <a:spLocks noRot="1" noChangeAspect="1" noMove="1" noResize="1" noEditPoints="1" noAdjustHandles="1" noChangeArrowheads="1" noChangeShapeType="1" noTextEdit="1"/>
              </p:cNvSpPr>
              <p:nvPr/>
            </p:nvSpPr>
            <p:spPr>
              <a:xfrm>
                <a:off x="4968876" y="4267200"/>
                <a:ext cx="4354028" cy="809452"/>
              </a:xfrm>
              <a:prstGeom prst="rect">
                <a:avLst/>
              </a:prstGeom>
              <a:blipFill>
                <a:blip r:embed="rId4"/>
                <a:stretch>
                  <a:fillRect/>
                </a:stretch>
              </a:blipFill>
              <a:ln>
                <a:solidFill>
                  <a:schemeClr val="tx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3F89F977-5C45-F7AF-2D7A-98EE6E36BEA3}"/>
              </a:ext>
            </a:extLst>
          </p:cNvPr>
          <p:cNvSpPr txBox="1">
            <a:spLocks noChangeArrowheads="1"/>
          </p:cNvSpPr>
          <p:nvPr/>
        </p:nvSpPr>
        <p:spPr bwMode="auto">
          <a:xfrm>
            <a:off x="1616076" y="5706171"/>
            <a:ext cx="10287000"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None/>
            </a:pPr>
            <a:r>
              <a:rPr lang="en-US" altLang="en-US" sz="4800">
                <a:solidFill>
                  <a:srgbClr val="002060"/>
                </a:solidFill>
              </a:rPr>
              <a:t>Khi tiền tệ có thêm chức năng THANH TOÁN:</a:t>
            </a:r>
          </a:p>
          <a:p>
            <a:pPr algn="just">
              <a:buNone/>
            </a:pPr>
            <a:endParaRPr lang="en-US" altLang="en-US" sz="4800" b="1">
              <a:solidFill>
                <a:srgbClr val="002060"/>
              </a:solidFill>
            </a:endParaRPr>
          </a:p>
        </p:txBody>
      </p:sp>
      <p:sp>
        <p:nvSpPr>
          <p:cNvPr id="13" name="TextBox 12">
            <a:extLst>
              <a:ext uri="{FF2B5EF4-FFF2-40B4-BE49-F238E27FC236}">
                <a16:creationId xmlns:a16="http://schemas.microsoft.com/office/drawing/2014/main" id="{EDAB5058-6BFB-4ACF-28A8-E92460C0592A}"/>
              </a:ext>
            </a:extLst>
          </p:cNvPr>
          <p:cNvSpPr txBox="1">
            <a:spLocks noChangeArrowheads="1"/>
          </p:cNvSpPr>
          <p:nvPr/>
        </p:nvSpPr>
        <p:spPr bwMode="auto">
          <a:xfrm>
            <a:off x="1752600" y="8595373"/>
            <a:ext cx="14859000"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None/>
            </a:pPr>
            <a:r>
              <a:rPr lang="en-US" altLang="en-US">
                <a:solidFill>
                  <a:srgbClr val="002060"/>
                </a:solidFill>
              </a:rPr>
              <a:t>Trong đó: 	M: số lượng tiền cần cho lưu thông;</a:t>
            </a:r>
          </a:p>
          <a:p>
            <a:pPr algn="just">
              <a:buNone/>
            </a:pPr>
            <a:r>
              <a:rPr lang="en-US" altLang="en-US">
                <a:solidFill>
                  <a:srgbClr val="002060"/>
                </a:solidFill>
              </a:rPr>
              <a:t>		P: mức giá cả; Q: khối lượng HHDV lưu thông;</a:t>
            </a:r>
          </a:p>
          <a:p>
            <a:pPr algn="just">
              <a:buNone/>
            </a:pPr>
            <a:r>
              <a:rPr lang="en-US" altLang="en-US">
                <a:solidFill>
                  <a:srgbClr val="002060"/>
                </a:solidFill>
              </a:rPr>
              <a:t>		P. Q: tổng giá cả HHDV;</a:t>
            </a:r>
          </a:p>
          <a:p>
            <a:pPr algn="just">
              <a:buNone/>
            </a:pPr>
            <a:r>
              <a:rPr lang="en-US" altLang="en-US">
                <a:solidFill>
                  <a:srgbClr val="002060"/>
                </a:solidFill>
              </a:rPr>
              <a:t>		PQb: tổng giá cả HHDV bán chịu;</a:t>
            </a:r>
          </a:p>
          <a:p>
            <a:pPr algn="just">
              <a:buNone/>
            </a:pPr>
            <a:r>
              <a:rPr lang="en-US" altLang="en-US">
                <a:solidFill>
                  <a:srgbClr val="002060"/>
                </a:solidFill>
              </a:rPr>
              <a:t>		PQk: tổng giá cả HHDV khấu trừ cho nhau</a:t>
            </a:r>
          </a:p>
          <a:p>
            <a:pPr algn="just">
              <a:buNone/>
            </a:pPr>
            <a:r>
              <a:rPr lang="en-US" altLang="en-US">
                <a:solidFill>
                  <a:srgbClr val="002060"/>
                </a:solidFill>
              </a:rPr>
              <a:t>		PQd: tổng giá cả HHDV đến kì thanh toán</a:t>
            </a:r>
          </a:p>
          <a:p>
            <a:pPr algn="just">
              <a:buNone/>
            </a:pPr>
            <a:r>
              <a:rPr lang="en-US" altLang="en-US">
                <a:solidFill>
                  <a:srgbClr val="002060"/>
                </a:solidFill>
              </a:rPr>
              <a:t>		V: số vòng quay trung bình của tiền tệ</a:t>
            </a:r>
          </a:p>
        </p:txBody>
      </p:sp>
      <p:pic>
        <p:nvPicPr>
          <p:cNvPr id="14" name="Picture 13">
            <a:extLst>
              <a:ext uri="{FF2B5EF4-FFF2-40B4-BE49-F238E27FC236}">
                <a16:creationId xmlns:a16="http://schemas.microsoft.com/office/drawing/2014/main" id="{D1EE7A6A-AE83-4227-A793-EBAE1DB13C7D}"/>
              </a:ext>
            </a:extLst>
          </p:cNvPr>
          <p:cNvPicPr>
            <a:picLocks noChangeAspect="1"/>
          </p:cNvPicPr>
          <p:nvPr/>
        </p:nvPicPr>
        <p:blipFill>
          <a:blip r:embed="rId5"/>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36520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barn(inVertical)">
                                      <p:cBhvr>
                                        <p:cTn id="18" dur="500"/>
                                        <p:tgtEl>
                                          <p:spTgt spid="10">
                                            <p:txEl>
                                              <p:pRg st="0" end="0"/>
                                            </p:txEl>
                                          </p:spTgt>
                                        </p:tgtEl>
                                      </p:cBhvr>
                                    </p:animEffect>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barn(inVertical)">
                                      <p:cBhvr>
                                        <p:cTn id="32" dur="500"/>
                                        <p:tgtEl>
                                          <p:spTgt spid="12">
                                            <p:txEl>
                                              <p:pRg st="0" end="0"/>
                                            </p:txEl>
                                          </p:spTgt>
                                        </p:tgtEl>
                                      </p:cBhvr>
                                    </p:animEffect>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3">
                                            <p:txEl>
                                              <p:pRg st="0" end="0"/>
                                            </p:txEl>
                                          </p:spTgt>
                                        </p:tgtEl>
                                        <p:attrNameLst>
                                          <p:attrName>style.visibility</p:attrName>
                                        </p:attrNameLst>
                                      </p:cBhvr>
                                      <p:to>
                                        <p:strVal val="visible"/>
                                      </p:to>
                                    </p:set>
                                    <p:animEffect transition="in" filter="barn(inVertical)">
                                      <p:cBhvr>
                                        <p:cTn id="46" dur="500"/>
                                        <p:tgtEl>
                                          <p:spTgt spid="13">
                                            <p:txEl>
                                              <p:pRg st="0" end="0"/>
                                            </p:txEl>
                                          </p:spTgt>
                                        </p:tgtEl>
                                      </p:cBhvr>
                                    </p:animEffect>
                                  </p:childTnLst>
                                </p:cTn>
                              </p:par>
                              <p:par>
                                <p:cTn id="47" presetID="16" presetClass="entr" presetSubtype="21" fill="hold" nodeType="withEffect">
                                  <p:stCondLst>
                                    <p:cond delay="0"/>
                                  </p:stCondLst>
                                  <p:childTnLst>
                                    <p:set>
                                      <p:cBhvr>
                                        <p:cTn id="48" dur="1" fill="hold">
                                          <p:stCondLst>
                                            <p:cond delay="0"/>
                                          </p:stCondLst>
                                        </p:cTn>
                                        <p:tgtEl>
                                          <p:spTgt spid="13">
                                            <p:txEl>
                                              <p:pRg st="1" end="1"/>
                                            </p:txEl>
                                          </p:spTgt>
                                        </p:tgtEl>
                                        <p:attrNameLst>
                                          <p:attrName>style.visibility</p:attrName>
                                        </p:attrNameLst>
                                      </p:cBhvr>
                                      <p:to>
                                        <p:strVal val="visible"/>
                                      </p:to>
                                    </p:set>
                                    <p:animEffect transition="in" filter="barn(inVertical)">
                                      <p:cBhvr>
                                        <p:cTn id="49" dur="500"/>
                                        <p:tgtEl>
                                          <p:spTgt spid="13">
                                            <p:txEl>
                                              <p:pRg st="1" end="1"/>
                                            </p:txEl>
                                          </p:spTgt>
                                        </p:tgtEl>
                                      </p:cBhvr>
                                    </p:animEffect>
                                  </p:childTnLst>
                                </p:cTn>
                              </p:par>
                              <p:par>
                                <p:cTn id="50" presetID="16" presetClass="entr" presetSubtype="21" fill="hold" nodeType="withEffect">
                                  <p:stCondLst>
                                    <p:cond delay="0"/>
                                  </p:stCondLst>
                                  <p:childTnLst>
                                    <p:set>
                                      <p:cBhvr>
                                        <p:cTn id="51" dur="1" fill="hold">
                                          <p:stCondLst>
                                            <p:cond delay="0"/>
                                          </p:stCondLst>
                                        </p:cTn>
                                        <p:tgtEl>
                                          <p:spTgt spid="13">
                                            <p:txEl>
                                              <p:pRg st="2" end="2"/>
                                            </p:txEl>
                                          </p:spTgt>
                                        </p:tgtEl>
                                        <p:attrNameLst>
                                          <p:attrName>style.visibility</p:attrName>
                                        </p:attrNameLst>
                                      </p:cBhvr>
                                      <p:to>
                                        <p:strVal val="visible"/>
                                      </p:to>
                                    </p:set>
                                    <p:animEffect transition="in" filter="barn(inVertical)">
                                      <p:cBhvr>
                                        <p:cTn id="52" dur="500"/>
                                        <p:tgtEl>
                                          <p:spTgt spid="13">
                                            <p:txEl>
                                              <p:pRg st="2" end="2"/>
                                            </p:txEl>
                                          </p:spTgt>
                                        </p:tgtEl>
                                      </p:cBhvr>
                                    </p:animEffect>
                                  </p:childTnLst>
                                </p:cTn>
                              </p:par>
                              <p:par>
                                <p:cTn id="53" presetID="16" presetClass="entr" presetSubtype="21" fill="hold" nodeType="withEffect">
                                  <p:stCondLst>
                                    <p:cond delay="0"/>
                                  </p:stCondLst>
                                  <p:childTnLst>
                                    <p:set>
                                      <p:cBhvr>
                                        <p:cTn id="54" dur="1" fill="hold">
                                          <p:stCondLst>
                                            <p:cond delay="0"/>
                                          </p:stCondLst>
                                        </p:cTn>
                                        <p:tgtEl>
                                          <p:spTgt spid="13">
                                            <p:txEl>
                                              <p:pRg st="3" end="3"/>
                                            </p:txEl>
                                          </p:spTgt>
                                        </p:tgtEl>
                                        <p:attrNameLst>
                                          <p:attrName>style.visibility</p:attrName>
                                        </p:attrNameLst>
                                      </p:cBhvr>
                                      <p:to>
                                        <p:strVal val="visible"/>
                                      </p:to>
                                    </p:set>
                                    <p:animEffect transition="in" filter="barn(inVertical)">
                                      <p:cBhvr>
                                        <p:cTn id="55" dur="500"/>
                                        <p:tgtEl>
                                          <p:spTgt spid="13">
                                            <p:txEl>
                                              <p:pRg st="3" end="3"/>
                                            </p:txEl>
                                          </p:spTgt>
                                        </p:tgtEl>
                                      </p:cBhvr>
                                    </p:animEffect>
                                  </p:childTnLst>
                                </p:cTn>
                              </p:par>
                              <p:par>
                                <p:cTn id="56" presetID="16" presetClass="entr" presetSubtype="21" fill="hold" nodeType="withEffect">
                                  <p:stCondLst>
                                    <p:cond delay="0"/>
                                  </p:stCondLst>
                                  <p:childTnLst>
                                    <p:set>
                                      <p:cBhvr>
                                        <p:cTn id="57" dur="1" fill="hold">
                                          <p:stCondLst>
                                            <p:cond delay="0"/>
                                          </p:stCondLst>
                                        </p:cTn>
                                        <p:tgtEl>
                                          <p:spTgt spid="13">
                                            <p:txEl>
                                              <p:pRg st="4" end="4"/>
                                            </p:txEl>
                                          </p:spTgt>
                                        </p:tgtEl>
                                        <p:attrNameLst>
                                          <p:attrName>style.visibility</p:attrName>
                                        </p:attrNameLst>
                                      </p:cBhvr>
                                      <p:to>
                                        <p:strVal val="visible"/>
                                      </p:to>
                                    </p:set>
                                    <p:animEffect transition="in" filter="barn(inVertical)">
                                      <p:cBhvr>
                                        <p:cTn id="58" dur="500"/>
                                        <p:tgtEl>
                                          <p:spTgt spid="13">
                                            <p:txEl>
                                              <p:pRg st="4" end="4"/>
                                            </p:txEl>
                                          </p:spTgt>
                                        </p:tgtEl>
                                      </p:cBhvr>
                                    </p:animEffect>
                                  </p:childTnLst>
                                </p:cTn>
                              </p:par>
                              <p:par>
                                <p:cTn id="59" presetID="16" presetClass="entr" presetSubtype="21" fill="hold" nodeType="withEffect">
                                  <p:stCondLst>
                                    <p:cond delay="0"/>
                                  </p:stCondLst>
                                  <p:childTnLst>
                                    <p:set>
                                      <p:cBhvr>
                                        <p:cTn id="60" dur="1" fill="hold">
                                          <p:stCondLst>
                                            <p:cond delay="0"/>
                                          </p:stCondLst>
                                        </p:cTn>
                                        <p:tgtEl>
                                          <p:spTgt spid="13">
                                            <p:txEl>
                                              <p:pRg st="5" end="5"/>
                                            </p:txEl>
                                          </p:spTgt>
                                        </p:tgtEl>
                                        <p:attrNameLst>
                                          <p:attrName>style.visibility</p:attrName>
                                        </p:attrNameLst>
                                      </p:cBhvr>
                                      <p:to>
                                        <p:strVal val="visible"/>
                                      </p:to>
                                    </p:set>
                                    <p:animEffect transition="in" filter="barn(inVertical)">
                                      <p:cBhvr>
                                        <p:cTn id="61" dur="500"/>
                                        <p:tgtEl>
                                          <p:spTgt spid="13">
                                            <p:txEl>
                                              <p:pRg st="5" end="5"/>
                                            </p:txEl>
                                          </p:spTgt>
                                        </p:tgtEl>
                                      </p:cBhvr>
                                    </p:animEffect>
                                  </p:childTnLst>
                                </p:cTn>
                              </p:par>
                              <p:par>
                                <p:cTn id="62" presetID="16" presetClass="entr" presetSubtype="21" fill="hold" nodeType="withEffect">
                                  <p:stCondLst>
                                    <p:cond delay="0"/>
                                  </p:stCondLst>
                                  <p:childTnLst>
                                    <p:set>
                                      <p:cBhvr>
                                        <p:cTn id="63" dur="1" fill="hold">
                                          <p:stCondLst>
                                            <p:cond delay="0"/>
                                          </p:stCondLst>
                                        </p:cTn>
                                        <p:tgtEl>
                                          <p:spTgt spid="13">
                                            <p:txEl>
                                              <p:pRg st="6" end="6"/>
                                            </p:txEl>
                                          </p:spTgt>
                                        </p:tgtEl>
                                        <p:attrNameLst>
                                          <p:attrName>style.visibility</p:attrName>
                                        </p:attrNameLst>
                                      </p:cBhvr>
                                      <p:to>
                                        <p:strVal val="visible"/>
                                      </p:to>
                                    </p:set>
                                    <p:animEffect transition="in" filter="barn(inVertical)">
                                      <p:cBhvr>
                                        <p:cTn id="64"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p:bldP spid="11" grpId="0" animBg="1"/>
      <p:bldP spid="12"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BC5AD6EE-06A5-325D-4810-16A98D779FC6}"/>
              </a:ext>
            </a:extLst>
          </p:cNvPr>
          <p:cNvSpPr>
            <a:spLocks noChangeArrowheads="1"/>
          </p:cNvSpPr>
          <p:nvPr/>
        </p:nvSpPr>
        <p:spPr bwMode="gray">
          <a:xfrm>
            <a:off x="6096000" y="2173514"/>
            <a:ext cx="6096000" cy="1016000"/>
          </a:xfrm>
          <a:prstGeom prst="roundRect">
            <a:avLst>
              <a:gd name="adj" fmla="val 50000"/>
            </a:avLst>
          </a:prstGeom>
          <a:noFill/>
          <a:ln w="2857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b="1">
                <a:solidFill>
                  <a:srgbClr val="002060"/>
                </a:solidFill>
              </a:rPr>
              <a:t>QUY LUẬT CẠNH TRANH</a:t>
            </a:r>
          </a:p>
        </p:txBody>
      </p:sp>
      <p:pic>
        <p:nvPicPr>
          <p:cNvPr id="3" name="Picture 2">
            <a:extLst>
              <a:ext uri="{FF2B5EF4-FFF2-40B4-BE49-F238E27FC236}">
                <a16:creationId xmlns:a16="http://schemas.microsoft.com/office/drawing/2014/main" id="{FA4FDA8B-40EB-D464-DAE7-4ED7F84B4D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5029200"/>
            <a:ext cx="4191000" cy="480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A554B1B0-C615-DE83-AB34-74286B1BBABA}"/>
              </a:ext>
            </a:extLst>
          </p:cNvPr>
          <p:cNvSpPr txBox="1">
            <a:spLocks noChangeArrowheads="1"/>
          </p:cNvSpPr>
          <p:nvPr/>
        </p:nvSpPr>
        <p:spPr bwMode="auto">
          <a:xfrm>
            <a:off x="6400800" y="3733800"/>
            <a:ext cx="10210800" cy="8094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5000" b="1">
                <a:solidFill>
                  <a:srgbClr val="002060"/>
                </a:solidFill>
                <a:latin typeface="+mn-lt"/>
              </a:rPr>
              <a:t>Khi đã tham gia thị trường, các chủ thể sxkd vừa hợp tác, vừa cạnh tranh;</a:t>
            </a:r>
          </a:p>
          <a:p>
            <a:pPr marL="685800" indent="-685800" algn="just">
              <a:buFont typeface="Wingdings" panose="05000000000000000000" pitchFamily="2" charset="2"/>
              <a:buChar char="§"/>
              <a:defRPr/>
            </a:pPr>
            <a:r>
              <a:rPr lang="en-US" sz="5000" b="1">
                <a:solidFill>
                  <a:srgbClr val="002060"/>
                </a:solidFill>
                <a:latin typeface="+mn-lt"/>
              </a:rPr>
              <a:t>Cạnh tranh là sự ganh đua giữa những chủ thể kinh tế với nhau nhằm có được những ưu thế về sản xuất cũng như tiêu thụ để có được lợi ích tối đa</a:t>
            </a:r>
          </a:p>
          <a:p>
            <a:pPr marL="685800" indent="-685800" algn="just">
              <a:buFont typeface="Wingdings" panose="05000000000000000000" pitchFamily="2" charset="2"/>
              <a:buChar char="§"/>
              <a:defRPr/>
            </a:pPr>
            <a:r>
              <a:rPr lang="en-US" sz="5000" b="1">
                <a:solidFill>
                  <a:srgbClr val="002060"/>
                </a:solidFill>
                <a:latin typeface="+mn-lt"/>
              </a:rPr>
              <a:t>Có cạnh tranh nội ngành và cạnh tranh khác ngành</a:t>
            </a:r>
          </a:p>
        </p:txBody>
      </p:sp>
      <p:pic>
        <p:nvPicPr>
          <p:cNvPr id="5" name="Picture 4">
            <a:extLst>
              <a:ext uri="{FF2B5EF4-FFF2-40B4-BE49-F238E27FC236}">
                <a16:creationId xmlns:a16="http://schemas.microsoft.com/office/drawing/2014/main" id="{164364C1-CCFB-4697-97A8-6FEF20C0EF83}"/>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38765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barn(inVertical)">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barn(inVertical)">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barn(inVertical)">
                                      <p:cBhvr>
                                        <p:cTn id="3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57E590-5A4E-FFDF-B171-5EB38CBDA5CB}"/>
              </a:ext>
            </a:extLst>
          </p:cNvPr>
          <p:cNvSpPr txBox="1">
            <a:spLocks/>
          </p:cNvSpPr>
          <p:nvPr/>
        </p:nvSpPr>
        <p:spPr>
          <a:xfrm>
            <a:off x="2209801" y="3029931"/>
            <a:ext cx="13792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pPr defTabSz="2844800">
              <a:spcAft>
                <a:spcPct val="35000"/>
              </a:spcAft>
            </a:pPr>
            <a:r>
              <a:rPr lang="en-US" altLang="en-US" sz="6000" b="1">
                <a:solidFill>
                  <a:srgbClr val="002060"/>
                </a:solidFill>
              </a:rPr>
              <a:t>2.2. Thị trường và vai trò của các chủ thể tham gia thị trường</a:t>
            </a:r>
          </a:p>
        </p:txBody>
      </p:sp>
      <p:sp>
        <p:nvSpPr>
          <p:cNvPr id="5" name="Freeform 3">
            <a:extLst>
              <a:ext uri="{FF2B5EF4-FFF2-40B4-BE49-F238E27FC236}">
                <a16:creationId xmlns:a16="http://schemas.microsoft.com/office/drawing/2014/main" id="{6F48665D-AEE3-E903-58FF-6A3FCC81A13E}"/>
              </a:ext>
            </a:extLst>
          </p:cNvPr>
          <p:cNvSpPr/>
          <p:nvPr/>
        </p:nvSpPr>
        <p:spPr>
          <a:xfrm>
            <a:off x="1752600" y="6859772"/>
            <a:ext cx="3714750" cy="1287000"/>
          </a:xfrm>
          <a:custGeom>
            <a:avLst/>
            <a:gdLst>
              <a:gd name="connsiteX0" fmla="*/ 0 w 3714750"/>
              <a:gd name="connsiteY0" fmla="*/ 0 h 1287000"/>
              <a:gd name="connsiteX1" fmla="*/ 3714750 w 3714750"/>
              <a:gd name="connsiteY1" fmla="*/ 0 h 1287000"/>
              <a:gd name="connsiteX2" fmla="*/ 3714750 w 3714750"/>
              <a:gd name="connsiteY2" fmla="*/ 1287000 h 1287000"/>
              <a:gd name="connsiteX3" fmla="*/ 0 w 3714750"/>
              <a:gd name="connsiteY3" fmla="*/ 1287000 h 1287000"/>
              <a:gd name="connsiteX4" fmla="*/ 0 w 3714750"/>
              <a:gd name="connsiteY4" fmla="*/ 0 h 1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287000">
                <a:moveTo>
                  <a:pt x="0" y="0"/>
                </a:moveTo>
                <a:lnTo>
                  <a:pt x="3714750" y="0"/>
                </a:lnTo>
                <a:lnTo>
                  <a:pt x="3714750" y="1287000"/>
                </a:lnTo>
                <a:lnTo>
                  <a:pt x="0" y="1287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2.2.1.</a:t>
            </a:r>
          </a:p>
        </p:txBody>
      </p:sp>
      <p:sp>
        <p:nvSpPr>
          <p:cNvPr id="6" name="Left Brace 5">
            <a:extLst>
              <a:ext uri="{FF2B5EF4-FFF2-40B4-BE49-F238E27FC236}">
                <a16:creationId xmlns:a16="http://schemas.microsoft.com/office/drawing/2014/main" id="{976D00E0-6E7D-2A55-3959-6351A0F3A147}"/>
              </a:ext>
            </a:extLst>
          </p:cNvPr>
          <p:cNvSpPr/>
          <p:nvPr/>
        </p:nvSpPr>
        <p:spPr>
          <a:xfrm>
            <a:off x="5467349" y="6799443"/>
            <a:ext cx="742950" cy="1407656"/>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5">
            <a:extLst>
              <a:ext uri="{FF2B5EF4-FFF2-40B4-BE49-F238E27FC236}">
                <a16:creationId xmlns:a16="http://schemas.microsoft.com/office/drawing/2014/main" id="{1BA234F9-839C-5B5A-5EF2-F7FD4C5FA045}"/>
              </a:ext>
            </a:extLst>
          </p:cNvPr>
          <p:cNvSpPr/>
          <p:nvPr/>
        </p:nvSpPr>
        <p:spPr>
          <a:xfrm>
            <a:off x="6507479" y="6799443"/>
            <a:ext cx="10104120" cy="1407656"/>
          </a:xfrm>
          <a:custGeom>
            <a:avLst/>
            <a:gdLst>
              <a:gd name="connsiteX0" fmla="*/ 0 w 10104120"/>
              <a:gd name="connsiteY0" fmla="*/ 0 h 1407656"/>
              <a:gd name="connsiteX1" fmla="*/ 10104120 w 10104120"/>
              <a:gd name="connsiteY1" fmla="*/ 0 h 1407656"/>
              <a:gd name="connsiteX2" fmla="*/ 10104120 w 10104120"/>
              <a:gd name="connsiteY2" fmla="*/ 1407656 h 1407656"/>
              <a:gd name="connsiteX3" fmla="*/ 0 w 10104120"/>
              <a:gd name="connsiteY3" fmla="*/ 1407656 h 1407656"/>
              <a:gd name="connsiteX4" fmla="*/ 0 w 10104120"/>
              <a:gd name="connsiteY4" fmla="*/ 0 h 1407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4120" h="1407656">
                <a:moveTo>
                  <a:pt x="0" y="0"/>
                </a:moveTo>
                <a:lnTo>
                  <a:pt x="10104120" y="0"/>
                </a:lnTo>
                <a:lnTo>
                  <a:pt x="10104120" y="1407656"/>
                </a:lnTo>
                <a:lnTo>
                  <a:pt x="0" y="140765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285750" lvl="1" indent="-285750" algn="just" defTabSz="2889250">
              <a:lnSpc>
                <a:spcPct val="90000"/>
              </a:lnSpc>
              <a:spcBef>
                <a:spcPct val="0"/>
              </a:spcBef>
              <a:spcAft>
                <a:spcPct val="15000"/>
              </a:spcAft>
              <a:buChar char="••"/>
            </a:pPr>
            <a:r>
              <a:rPr lang="en-US" sz="6500" kern="1200">
                <a:solidFill>
                  <a:srgbClr val="002060"/>
                </a:solidFill>
              </a:rPr>
              <a:t>THỊ TRƯỜNG</a:t>
            </a:r>
          </a:p>
        </p:txBody>
      </p:sp>
      <p:sp>
        <p:nvSpPr>
          <p:cNvPr id="9" name="Freeform 6">
            <a:extLst>
              <a:ext uri="{FF2B5EF4-FFF2-40B4-BE49-F238E27FC236}">
                <a16:creationId xmlns:a16="http://schemas.microsoft.com/office/drawing/2014/main" id="{8165E9A5-E277-46D8-2732-BF7E28E2ADDB}"/>
              </a:ext>
            </a:extLst>
          </p:cNvPr>
          <p:cNvSpPr/>
          <p:nvPr/>
        </p:nvSpPr>
        <p:spPr>
          <a:xfrm>
            <a:off x="1752600" y="9406350"/>
            <a:ext cx="3714750" cy="1287000"/>
          </a:xfrm>
          <a:custGeom>
            <a:avLst/>
            <a:gdLst>
              <a:gd name="connsiteX0" fmla="*/ 0 w 3714750"/>
              <a:gd name="connsiteY0" fmla="*/ 0 h 1287000"/>
              <a:gd name="connsiteX1" fmla="*/ 3714750 w 3714750"/>
              <a:gd name="connsiteY1" fmla="*/ 0 h 1287000"/>
              <a:gd name="connsiteX2" fmla="*/ 3714750 w 3714750"/>
              <a:gd name="connsiteY2" fmla="*/ 1287000 h 1287000"/>
              <a:gd name="connsiteX3" fmla="*/ 0 w 3714750"/>
              <a:gd name="connsiteY3" fmla="*/ 1287000 h 1287000"/>
              <a:gd name="connsiteX4" fmla="*/ 0 w 3714750"/>
              <a:gd name="connsiteY4" fmla="*/ 0 h 1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1287000">
                <a:moveTo>
                  <a:pt x="0" y="0"/>
                </a:moveTo>
                <a:lnTo>
                  <a:pt x="3714750" y="0"/>
                </a:lnTo>
                <a:lnTo>
                  <a:pt x="3714750" y="1287000"/>
                </a:lnTo>
                <a:lnTo>
                  <a:pt x="0" y="1287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62280" tIns="165100" rIns="462280" bIns="165100" numCol="1" spcCol="1270" anchor="ctr" anchorCtr="0">
            <a:noAutofit/>
          </a:bodyPr>
          <a:lstStyle/>
          <a:p>
            <a:pPr lvl="0" algn="r" defTabSz="2889250">
              <a:lnSpc>
                <a:spcPct val="90000"/>
              </a:lnSpc>
              <a:spcBef>
                <a:spcPct val="0"/>
              </a:spcBef>
              <a:spcAft>
                <a:spcPct val="35000"/>
              </a:spcAft>
            </a:pPr>
            <a:r>
              <a:rPr lang="en-US" sz="6500" kern="1200">
                <a:solidFill>
                  <a:srgbClr val="002060"/>
                </a:solidFill>
              </a:rPr>
              <a:t>2.2.2.</a:t>
            </a:r>
          </a:p>
        </p:txBody>
      </p:sp>
      <p:sp>
        <p:nvSpPr>
          <p:cNvPr id="10" name="Left Brace 9">
            <a:extLst>
              <a:ext uri="{FF2B5EF4-FFF2-40B4-BE49-F238E27FC236}">
                <a16:creationId xmlns:a16="http://schemas.microsoft.com/office/drawing/2014/main" id="{FFE8DBD2-B05B-3332-604F-45B1F5E4556F}"/>
              </a:ext>
            </a:extLst>
          </p:cNvPr>
          <p:cNvSpPr/>
          <p:nvPr/>
        </p:nvSpPr>
        <p:spPr>
          <a:xfrm>
            <a:off x="5467349" y="8441100"/>
            <a:ext cx="742950" cy="321750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8">
            <a:extLst>
              <a:ext uri="{FF2B5EF4-FFF2-40B4-BE49-F238E27FC236}">
                <a16:creationId xmlns:a16="http://schemas.microsoft.com/office/drawing/2014/main" id="{9BE86103-EED9-2ED5-C770-E0D8391A56A2}"/>
              </a:ext>
            </a:extLst>
          </p:cNvPr>
          <p:cNvSpPr/>
          <p:nvPr/>
        </p:nvSpPr>
        <p:spPr>
          <a:xfrm>
            <a:off x="6507479" y="8441100"/>
            <a:ext cx="10104120" cy="3217500"/>
          </a:xfrm>
          <a:custGeom>
            <a:avLst/>
            <a:gdLst>
              <a:gd name="connsiteX0" fmla="*/ 0 w 10104120"/>
              <a:gd name="connsiteY0" fmla="*/ 0 h 3217500"/>
              <a:gd name="connsiteX1" fmla="*/ 10104120 w 10104120"/>
              <a:gd name="connsiteY1" fmla="*/ 0 h 3217500"/>
              <a:gd name="connsiteX2" fmla="*/ 10104120 w 10104120"/>
              <a:gd name="connsiteY2" fmla="*/ 3217500 h 3217500"/>
              <a:gd name="connsiteX3" fmla="*/ 0 w 10104120"/>
              <a:gd name="connsiteY3" fmla="*/ 3217500 h 3217500"/>
              <a:gd name="connsiteX4" fmla="*/ 0 w 10104120"/>
              <a:gd name="connsiteY4" fmla="*/ 0 h 32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4120" h="3217500">
                <a:moveTo>
                  <a:pt x="0" y="0"/>
                </a:moveTo>
                <a:lnTo>
                  <a:pt x="10104120" y="0"/>
                </a:lnTo>
                <a:lnTo>
                  <a:pt x="10104120" y="3217500"/>
                </a:lnTo>
                <a:lnTo>
                  <a:pt x="0" y="321750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285750" lvl="1" indent="-285750" algn="just" defTabSz="2889250">
              <a:lnSpc>
                <a:spcPct val="90000"/>
              </a:lnSpc>
              <a:spcBef>
                <a:spcPct val="0"/>
              </a:spcBef>
              <a:spcAft>
                <a:spcPct val="15000"/>
              </a:spcAft>
              <a:buChar char="••"/>
            </a:pPr>
            <a:r>
              <a:rPr lang="en-US" sz="6500" kern="1200">
                <a:solidFill>
                  <a:srgbClr val="002060"/>
                </a:solidFill>
              </a:rPr>
              <a:t>VAI TRÒ CỦA CÁC CHỦ THỂ CHÍNH THAM GIA THỊ TRƯỜNG</a:t>
            </a:r>
          </a:p>
        </p:txBody>
      </p:sp>
      <p:pic>
        <p:nvPicPr>
          <p:cNvPr id="12" name="Picture 11">
            <a:extLst>
              <a:ext uri="{FF2B5EF4-FFF2-40B4-BE49-F238E27FC236}">
                <a16:creationId xmlns:a16="http://schemas.microsoft.com/office/drawing/2014/main" id="{D86E872B-ECCC-4DE6-B058-3EACC5969A70}"/>
              </a:ext>
            </a:extLst>
          </p:cNvPr>
          <p:cNvPicPr>
            <a:picLocks noChangeAspect="1"/>
          </p:cNvPicPr>
          <p:nvPr/>
        </p:nvPicPr>
        <p:blipFill>
          <a:blip r:embed="rId2"/>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242637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1"/>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a:extLst>
              <a:ext uri="{FF2B5EF4-FFF2-40B4-BE49-F238E27FC236}">
                <a16:creationId xmlns:a16="http://schemas.microsoft.com/office/drawing/2014/main" id="{23A3174E-5987-5F26-B997-9EE452B36DD0}"/>
              </a:ext>
            </a:extLst>
          </p:cNvPr>
          <p:cNvSpPr>
            <a:spLocks noChangeShapeType="1"/>
          </p:cNvSpPr>
          <p:nvPr/>
        </p:nvSpPr>
        <p:spPr bwMode="auto">
          <a:xfrm>
            <a:off x="2806701" y="3832226"/>
            <a:ext cx="15843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3" name="Line 5">
            <a:extLst>
              <a:ext uri="{FF2B5EF4-FFF2-40B4-BE49-F238E27FC236}">
                <a16:creationId xmlns:a16="http://schemas.microsoft.com/office/drawing/2014/main" id="{1B51BBD8-94F6-A14E-C2C3-54B39D534FF5}"/>
              </a:ext>
            </a:extLst>
          </p:cNvPr>
          <p:cNvSpPr>
            <a:spLocks noChangeShapeType="1"/>
          </p:cNvSpPr>
          <p:nvPr/>
        </p:nvSpPr>
        <p:spPr bwMode="auto">
          <a:xfrm>
            <a:off x="2374900" y="3832226"/>
            <a:ext cx="259397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7" name="Rectangle 2">
            <a:extLst>
              <a:ext uri="{FF2B5EF4-FFF2-40B4-BE49-F238E27FC236}">
                <a16:creationId xmlns:a16="http://schemas.microsoft.com/office/drawing/2014/main" id="{B49D2941-2BDF-8516-9487-671E0522CCBA}"/>
              </a:ext>
            </a:extLst>
          </p:cNvPr>
          <p:cNvSpPr txBox="1">
            <a:spLocks noChangeArrowheads="1"/>
          </p:cNvSpPr>
          <p:nvPr/>
        </p:nvSpPr>
        <p:spPr>
          <a:xfrm>
            <a:off x="914400" y="549277"/>
            <a:ext cx="16459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r>
              <a:rPr lang="en-US" altLang="en-US" b="1">
                <a:solidFill>
                  <a:srgbClr val="002060"/>
                </a:solidFill>
              </a:rPr>
              <a:t>Người sản xuất</a:t>
            </a:r>
          </a:p>
        </p:txBody>
      </p:sp>
      <p:pic>
        <p:nvPicPr>
          <p:cNvPr id="12" name="Picture 11">
            <a:extLst>
              <a:ext uri="{FF2B5EF4-FFF2-40B4-BE49-F238E27FC236}">
                <a16:creationId xmlns:a16="http://schemas.microsoft.com/office/drawing/2014/main" id="{6081FED0-FF57-6F9B-33DA-58F706E769CF}"/>
              </a:ext>
            </a:extLst>
          </p:cNvPr>
          <p:cNvPicPr>
            <a:picLocks noChangeAspect="1"/>
          </p:cNvPicPr>
          <p:nvPr/>
        </p:nvPicPr>
        <p:blipFill>
          <a:blip r:embed="rId2"/>
          <a:stretch>
            <a:fillRect/>
          </a:stretch>
        </p:blipFill>
        <p:spPr>
          <a:xfrm>
            <a:off x="1828799" y="3450299"/>
            <a:ext cx="4876801" cy="82083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490673DA-0EC7-FDC6-8543-B944BFD06838}"/>
              </a:ext>
            </a:extLst>
          </p:cNvPr>
          <p:cNvSpPr txBox="1">
            <a:spLocks noChangeArrowheads="1"/>
          </p:cNvSpPr>
          <p:nvPr/>
        </p:nvSpPr>
        <p:spPr bwMode="auto">
          <a:xfrm>
            <a:off x="7137400" y="3505200"/>
            <a:ext cx="9550400" cy="8094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vi-VN" sz="5000" b="1">
                <a:solidFill>
                  <a:srgbClr val="002060"/>
                </a:solidFill>
                <a:latin typeface="+mn-lt"/>
              </a:rPr>
              <a:t>Nhà sản xuất, đầu tư, kinh doanh hàng hóa, dịch vụ</a:t>
            </a:r>
            <a:r>
              <a:rPr lang="en-US" sz="5000" b="1">
                <a:solidFill>
                  <a:srgbClr val="002060"/>
                </a:solidFill>
                <a:latin typeface="+mn-lt"/>
              </a:rPr>
              <a:t> </a:t>
            </a:r>
            <a:r>
              <a:rPr lang="en-US" sz="5000" b="1">
                <a:solidFill>
                  <a:srgbClr val="002060"/>
                </a:solidFill>
                <a:latin typeface="+mn-lt"/>
                <a:sym typeface="Wingdings" panose="05000000000000000000" pitchFamily="2" charset="2"/>
              </a:rPr>
              <a:t> </a:t>
            </a:r>
            <a:r>
              <a:rPr lang="en-US" sz="5000" b="1">
                <a:solidFill>
                  <a:srgbClr val="002060"/>
                </a:solidFill>
                <a:cs typeface="Arial" panose="020B0604020202020204" pitchFamily="34" charset="0"/>
                <a:sym typeface="Wingdings" panose="05000000000000000000" pitchFamily="2" charset="2"/>
              </a:rPr>
              <a:t>trực tiếp tạo ra của cải vật chất;</a:t>
            </a:r>
          </a:p>
          <a:p>
            <a:pPr marL="685800" indent="-685800" algn="just">
              <a:buFont typeface="Wingdings" panose="05000000000000000000" pitchFamily="2" charset="2"/>
              <a:buChar char="§"/>
              <a:defRPr/>
            </a:pPr>
            <a:r>
              <a:rPr lang="en-US" sz="5000" b="1">
                <a:solidFill>
                  <a:srgbClr val="002060"/>
                </a:solidFill>
                <a:cs typeface="Arial" panose="020B0604020202020204" pitchFamily="34" charset="0"/>
                <a:sym typeface="Wingdings" panose="05000000000000000000" pitchFamily="2" charset="2"/>
              </a:rPr>
              <a:t>Quan tâm đến nhu cầu hiện tại và nhu cầu tương lai với mục tiêu lợi nhuận tối đa  3 vấn đề của sản xuất</a:t>
            </a:r>
          </a:p>
          <a:p>
            <a:pPr marL="685800" indent="-685800" algn="just">
              <a:buFont typeface="Wingdings" panose="05000000000000000000" pitchFamily="2" charset="2"/>
              <a:buChar char="§"/>
              <a:defRPr/>
            </a:pPr>
            <a:r>
              <a:rPr lang="en-US" sz="5000" b="1">
                <a:solidFill>
                  <a:srgbClr val="002060"/>
                </a:solidFill>
                <a:cs typeface="Arial" panose="020B0604020202020204" pitchFamily="34" charset="0"/>
                <a:sym typeface="Wingdings" panose="05000000000000000000" pitchFamily="2" charset="2"/>
              </a:rPr>
              <a:t>Cần phải có trách nhiệm xã hội</a:t>
            </a:r>
            <a:endParaRPr lang="en-US" sz="5000" b="1">
              <a:solidFill>
                <a:srgbClr val="002060"/>
              </a:solidFill>
              <a:cs typeface="Arial" panose="020B0604020202020204" pitchFamily="34" charset="0"/>
            </a:endParaRPr>
          </a:p>
        </p:txBody>
      </p:sp>
      <p:pic>
        <p:nvPicPr>
          <p:cNvPr id="8" name="Picture 7">
            <a:extLst>
              <a:ext uri="{FF2B5EF4-FFF2-40B4-BE49-F238E27FC236}">
                <a16:creationId xmlns:a16="http://schemas.microsoft.com/office/drawing/2014/main" id="{6F6D79F9-36D5-45BA-BBEC-59385E733621}"/>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03019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barn(inVertical)">
                                      <p:cBhvr>
                                        <p:cTn id="14" dur="500"/>
                                        <p:tgtEl>
                                          <p:spTgt spid="1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animEffect transition="in" filter="barn(inVertical)">
                                      <p:cBhvr>
                                        <p:cTn id="19" dur="500"/>
                                        <p:tgtEl>
                                          <p:spTgt spid="1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3">
                                            <p:txEl>
                                              <p:pRg st="2" end="2"/>
                                            </p:txEl>
                                          </p:spTgt>
                                        </p:tgtEl>
                                        <p:attrNameLst>
                                          <p:attrName>style.visibility</p:attrName>
                                        </p:attrNameLst>
                                      </p:cBhvr>
                                      <p:to>
                                        <p:strVal val="visible"/>
                                      </p:to>
                                    </p:set>
                                    <p:animEffect transition="in" filter="barn(inVertical)">
                                      <p:cBhvr>
                                        <p:cTn id="24"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4">
            <a:extLst>
              <a:ext uri="{FF2B5EF4-FFF2-40B4-BE49-F238E27FC236}">
                <a16:creationId xmlns:a16="http://schemas.microsoft.com/office/drawing/2014/main" id="{ED480F37-615C-DD94-CCA2-FCA9D662C873}"/>
              </a:ext>
            </a:extLst>
          </p:cNvPr>
          <p:cNvSpPr>
            <a:spLocks noChangeShapeType="1"/>
          </p:cNvSpPr>
          <p:nvPr/>
        </p:nvSpPr>
        <p:spPr bwMode="auto">
          <a:xfrm>
            <a:off x="2806701" y="3832226"/>
            <a:ext cx="15843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5" name="Line 5">
            <a:extLst>
              <a:ext uri="{FF2B5EF4-FFF2-40B4-BE49-F238E27FC236}">
                <a16:creationId xmlns:a16="http://schemas.microsoft.com/office/drawing/2014/main" id="{CE6985EA-5C42-D9AF-8A95-82E866DF1B5F}"/>
              </a:ext>
            </a:extLst>
          </p:cNvPr>
          <p:cNvSpPr>
            <a:spLocks noChangeShapeType="1"/>
          </p:cNvSpPr>
          <p:nvPr/>
        </p:nvSpPr>
        <p:spPr bwMode="auto">
          <a:xfrm>
            <a:off x="2374900" y="3832226"/>
            <a:ext cx="259397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6" name="Rectangle 2">
            <a:extLst>
              <a:ext uri="{FF2B5EF4-FFF2-40B4-BE49-F238E27FC236}">
                <a16:creationId xmlns:a16="http://schemas.microsoft.com/office/drawing/2014/main" id="{ADDEF92F-2FE4-CDB1-218B-5AA61B1F915E}"/>
              </a:ext>
            </a:extLst>
          </p:cNvPr>
          <p:cNvSpPr txBox="1">
            <a:spLocks noChangeArrowheads="1"/>
          </p:cNvSpPr>
          <p:nvPr/>
        </p:nvSpPr>
        <p:spPr>
          <a:xfrm>
            <a:off x="914400" y="549277"/>
            <a:ext cx="16459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r>
              <a:rPr lang="en-US" altLang="en-US" b="1">
                <a:solidFill>
                  <a:srgbClr val="002060"/>
                </a:solidFill>
              </a:rPr>
              <a:t>Người tiêu dùng</a:t>
            </a:r>
          </a:p>
        </p:txBody>
      </p:sp>
      <p:pic>
        <p:nvPicPr>
          <p:cNvPr id="8" name="Picture 7">
            <a:extLst>
              <a:ext uri="{FF2B5EF4-FFF2-40B4-BE49-F238E27FC236}">
                <a16:creationId xmlns:a16="http://schemas.microsoft.com/office/drawing/2014/main" id="{BD9C0325-D78A-DC00-8F79-40B1B7CD0A0F}"/>
              </a:ext>
            </a:extLst>
          </p:cNvPr>
          <p:cNvPicPr>
            <a:picLocks noChangeAspect="1"/>
          </p:cNvPicPr>
          <p:nvPr/>
        </p:nvPicPr>
        <p:blipFill>
          <a:blip r:embed="rId2"/>
          <a:stretch>
            <a:fillRect/>
          </a:stretch>
        </p:blipFill>
        <p:spPr>
          <a:xfrm>
            <a:off x="1904999" y="3429000"/>
            <a:ext cx="5867401" cy="7696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C99B6D14-33A8-2D23-F5CA-DFDD3036D3D4}"/>
              </a:ext>
            </a:extLst>
          </p:cNvPr>
          <p:cNvSpPr txBox="1">
            <a:spLocks noChangeArrowheads="1"/>
          </p:cNvSpPr>
          <p:nvPr/>
        </p:nvSpPr>
        <p:spPr bwMode="auto">
          <a:xfrm>
            <a:off x="8204200" y="2971800"/>
            <a:ext cx="8407400" cy="8734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vi-VN" sz="5200" b="1">
                <a:solidFill>
                  <a:srgbClr val="002060"/>
                </a:solidFill>
                <a:latin typeface="+mn-lt"/>
              </a:rPr>
              <a:t>Các cá nhân, hộ gia đình</a:t>
            </a:r>
            <a:r>
              <a:rPr lang="en-US" sz="5200" b="1">
                <a:solidFill>
                  <a:srgbClr val="002060"/>
                </a:solidFill>
                <a:latin typeface="+mn-lt"/>
              </a:rPr>
              <a:t>, </a:t>
            </a:r>
            <a:r>
              <a:rPr lang="en-US" sz="5200" b="1">
                <a:solidFill>
                  <a:srgbClr val="002060"/>
                </a:solidFill>
                <a:cs typeface="Arial" panose="020B0604020202020204" pitchFamily="34" charset="0"/>
              </a:rPr>
              <a:t>DN, Nhà nước</a:t>
            </a:r>
          </a:p>
          <a:p>
            <a:pPr marL="685800" indent="-685800" algn="just">
              <a:buFont typeface="Wingdings" panose="05000000000000000000" pitchFamily="2" charset="2"/>
              <a:buChar char="§"/>
              <a:defRPr/>
            </a:pPr>
            <a:r>
              <a:rPr lang="vi-VN" sz="5200" b="1">
                <a:solidFill>
                  <a:srgbClr val="002060"/>
                </a:solidFill>
                <a:latin typeface="+mn-lt"/>
              </a:rPr>
              <a:t>Tiêu dùng tạo ra nhu cầu và là mục đích</a:t>
            </a:r>
            <a:r>
              <a:rPr lang="en-US" sz="5200" b="1">
                <a:solidFill>
                  <a:srgbClr val="002060"/>
                </a:solidFill>
                <a:latin typeface="+mn-lt"/>
              </a:rPr>
              <a:t> </a:t>
            </a:r>
            <a:r>
              <a:rPr lang="en-US" sz="5200" b="1">
                <a:solidFill>
                  <a:srgbClr val="002060"/>
                </a:solidFill>
                <a:cs typeface="Arial" panose="020B0604020202020204" pitchFamily="34" charset="0"/>
              </a:rPr>
              <a:t>và định hướng</a:t>
            </a:r>
            <a:r>
              <a:rPr lang="vi-VN" sz="5200" b="1">
                <a:solidFill>
                  <a:srgbClr val="002060"/>
                </a:solidFill>
                <a:latin typeface="+mn-lt"/>
              </a:rPr>
              <a:t> của sản xuất</a:t>
            </a:r>
            <a:endParaRPr lang="en-US" sz="5200" b="1">
              <a:solidFill>
                <a:srgbClr val="002060"/>
              </a:solidFill>
              <a:latin typeface="+mn-lt"/>
            </a:endParaRPr>
          </a:p>
          <a:p>
            <a:pPr marL="685800" indent="-685800" algn="just">
              <a:buFont typeface="Wingdings" panose="05000000000000000000" pitchFamily="2" charset="2"/>
              <a:buChar char="§"/>
              <a:defRPr/>
            </a:pPr>
            <a:r>
              <a:rPr lang="en-US" sz="5200" b="1">
                <a:solidFill>
                  <a:srgbClr val="002060"/>
                </a:solidFill>
                <a:cs typeface="Arial" panose="020B0604020202020204" pitchFamily="34" charset="0"/>
              </a:rPr>
              <a:t>Cần phải có trách nhiệm đối với sự phát triển bền vững của xã hội</a:t>
            </a:r>
          </a:p>
        </p:txBody>
      </p:sp>
      <p:pic>
        <p:nvPicPr>
          <p:cNvPr id="7" name="Picture 6">
            <a:extLst>
              <a:ext uri="{FF2B5EF4-FFF2-40B4-BE49-F238E27FC236}">
                <a16:creationId xmlns:a16="http://schemas.microsoft.com/office/drawing/2014/main" id="{D3BDF802-ED14-4B81-8556-4D8836404DA6}"/>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94668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barn(inVertical)">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barn(inVertical)">
                                      <p:cBhvr>
                                        <p:cTn id="19" dur="500"/>
                                        <p:tgtEl>
                                          <p:spTgt spid="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xEl>
                                              <p:pRg st="2" end="2"/>
                                            </p:txEl>
                                          </p:spTgt>
                                        </p:tgtEl>
                                        <p:attrNameLst>
                                          <p:attrName>style.visibility</p:attrName>
                                        </p:attrNameLst>
                                      </p:cBhvr>
                                      <p:to>
                                        <p:strVal val="visible"/>
                                      </p:to>
                                    </p:set>
                                    <p:animEffect transition="in" filter="barn(inVertical)">
                                      <p:cBhvr>
                                        <p:cTn id="24"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a:extLst>
              <a:ext uri="{FF2B5EF4-FFF2-40B4-BE49-F238E27FC236}">
                <a16:creationId xmlns:a16="http://schemas.microsoft.com/office/drawing/2014/main" id="{982CF74D-EF16-33F4-3B01-63763AB62D62}"/>
              </a:ext>
            </a:extLst>
          </p:cNvPr>
          <p:cNvSpPr>
            <a:spLocks noChangeShapeType="1"/>
          </p:cNvSpPr>
          <p:nvPr/>
        </p:nvSpPr>
        <p:spPr bwMode="auto">
          <a:xfrm>
            <a:off x="2806701" y="3832226"/>
            <a:ext cx="15843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3" name="Line 5">
            <a:extLst>
              <a:ext uri="{FF2B5EF4-FFF2-40B4-BE49-F238E27FC236}">
                <a16:creationId xmlns:a16="http://schemas.microsoft.com/office/drawing/2014/main" id="{4EA09323-D8DC-C408-8499-F055AA397078}"/>
              </a:ext>
            </a:extLst>
          </p:cNvPr>
          <p:cNvSpPr>
            <a:spLocks noChangeShapeType="1"/>
          </p:cNvSpPr>
          <p:nvPr/>
        </p:nvSpPr>
        <p:spPr bwMode="auto">
          <a:xfrm>
            <a:off x="2374900" y="3832226"/>
            <a:ext cx="259397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7" name="Rectangle 2">
            <a:extLst>
              <a:ext uri="{FF2B5EF4-FFF2-40B4-BE49-F238E27FC236}">
                <a16:creationId xmlns:a16="http://schemas.microsoft.com/office/drawing/2014/main" id="{4DCBE8FE-2854-8084-FFA7-67E770A78980}"/>
              </a:ext>
            </a:extLst>
          </p:cNvPr>
          <p:cNvSpPr txBox="1">
            <a:spLocks noChangeArrowheads="1"/>
          </p:cNvSpPr>
          <p:nvPr/>
        </p:nvSpPr>
        <p:spPr>
          <a:xfrm>
            <a:off x="1447800" y="804841"/>
            <a:ext cx="16459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r>
              <a:rPr lang="en-US" altLang="en-US" sz="10000" b="1" dirty="0" err="1">
                <a:solidFill>
                  <a:srgbClr val="002060"/>
                </a:solidFill>
              </a:rPr>
              <a:t>Các</a:t>
            </a:r>
            <a:r>
              <a:rPr lang="en-US" altLang="en-US" sz="10000" b="1" dirty="0">
                <a:solidFill>
                  <a:srgbClr val="002060"/>
                </a:solidFill>
              </a:rPr>
              <a:t> </a:t>
            </a:r>
            <a:r>
              <a:rPr lang="en-US" altLang="en-US" sz="10000" b="1" dirty="0" err="1">
                <a:solidFill>
                  <a:srgbClr val="002060"/>
                </a:solidFill>
              </a:rPr>
              <a:t>chủ</a:t>
            </a:r>
            <a:r>
              <a:rPr lang="en-US" altLang="en-US" sz="10000" b="1" dirty="0">
                <a:solidFill>
                  <a:srgbClr val="002060"/>
                </a:solidFill>
              </a:rPr>
              <a:t> </a:t>
            </a:r>
            <a:r>
              <a:rPr lang="en-US" altLang="en-US" sz="10000" b="1" dirty="0" err="1">
                <a:solidFill>
                  <a:srgbClr val="002060"/>
                </a:solidFill>
              </a:rPr>
              <a:t>thể</a:t>
            </a:r>
            <a:r>
              <a:rPr lang="en-US" altLang="en-US" sz="10000" b="1" dirty="0">
                <a:solidFill>
                  <a:srgbClr val="002060"/>
                </a:solidFill>
              </a:rPr>
              <a:t> </a:t>
            </a:r>
            <a:r>
              <a:rPr lang="en-US" altLang="en-US" sz="10000" b="1" dirty="0" err="1">
                <a:solidFill>
                  <a:srgbClr val="002060"/>
                </a:solidFill>
              </a:rPr>
              <a:t>trung</a:t>
            </a:r>
            <a:r>
              <a:rPr lang="en-US" altLang="en-US" sz="10000" b="1" dirty="0">
                <a:solidFill>
                  <a:srgbClr val="002060"/>
                </a:solidFill>
              </a:rPr>
              <a:t> </a:t>
            </a:r>
            <a:r>
              <a:rPr lang="en-US" altLang="en-US" sz="10000" b="1" dirty="0" err="1">
                <a:solidFill>
                  <a:srgbClr val="002060"/>
                </a:solidFill>
              </a:rPr>
              <a:t>gian</a:t>
            </a:r>
            <a:endParaRPr lang="en-US" altLang="en-US" sz="10000" b="1" dirty="0">
              <a:solidFill>
                <a:srgbClr val="002060"/>
              </a:solidFill>
            </a:endParaRPr>
          </a:p>
        </p:txBody>
      </p:sp>
      <p:pic>
        <p:nvPicPr>
          <p:cNvPr id="10" name="Picture 9">
            <a:extLst>
              <a:ext uri="{FF2B5EF4-FFF2-40B4-BE49-F238E27FC236}">
                <a16:creationId xmlns:a16="http://schemas.microsoft.com/office/drawing/2014/main" id="{B1665DC9-FD30-CCBA-1975-C87D568CD095}"/>
              </a:ext>
            </a:extLst>
          </p:cNvPr>
          <p:cNvPicPr>
            <a:picLocks noChangeAspect="1"/>
          </p:cNvPicPr>
          <p:nvPr/>
        </p:nvPicPr>
        <p:blipFill>
          <a:blip r:embed="rId2"/>
          <a:stretch>
            <a:fillRect/>
          </a:stretch>
        </p:blipFill>
        <p:spPr>
          <a:xfrm>
            <a:off x="1752599" y="3624418"/>
            <a:ext cx="5257801" cy="77293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52691F7A-F13E-4F17-5775-68281FB28109}"/>
              </a:ext>
            </a:extLst>
          </p:cNvPr>
          <p:cNvSpPr txBox="1">
            <a:spLocks noChangeArrowheads="1"/>
          </p:cNvSpPr>
          <p:nvPr/>
        </p:nvSpPr>
        <p:spPr bwMode="auto">
          <a:xfrm>
            <a:off x="7315201" y="3194745"/>
            <a:ext cx="9296399" cy="846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71500" indent="-571500" algn="just">
              <a:buFont typeface="Wingdings" panose="05000000000000000000" pitchFamily="2" charset="2"/>
              <a:buChar char="§"/>
              <a:defRPr/>
            </a:pPr>
            <a:r>
              <a:rPr lang="vi-VN" sz="4000" b="1">
                <a:solidFill>
                  <a:srgbClr val="002060"/>
                </a:solidFill>
                <a:latin typeface="+mn-lt"/>
              </a:rPr>
              <a:t>Thương nhân là người trung gian giữa người sản xuất và người tiêu dùng</a:t>
            </a:r>
            <a:endParaRPr lang="en-US" sz="4000" b="1">
              <a:solidFill>
                <a:srgbClr val="002060"/>
              </a:solidFill>
              <a:latin typeface="+mn-lt"/>
            </a:endParaRPr>
          </a:p>
          <a:p>
            <a:pPr marL="571500" indent="-571500" algn="just">
              <a:buFont typeface="Wingdings" panose="05000000000000000000" pitchFamily="2" charset="2"/>
              <a:buChar char="§"/>
              <a:defRPr/>
            </a:pPr>
            <a:r>
              <a:rPr lang="en-US" sz="4000" b="1">
                <a:solidFill>
                  <a:srgbClr val="002060"/>
                </a:solidFill>
                <a:cs typeface="Arial" panose="020B0604020202020204" pitchFamily="34" charset="0"/>
              </a:rPr>
              <a:t>Giúp chuyên môn hóa sản xuất; cung cấp thông tin thị trường, pháp luật, tập quán.</a:t>
            </a:r>
          </a:p>
          <a:p>
            <a:pPr marL="571500" indent="-571500" algn="just">
              <a:buFont typeface="Wingdings" panose="05000000000000000000" pitchFamily="2" charset="2"/>
              <a:buChar char="§"/>
              <a:defRPr/>
            </a:pPr>
            <a:r>
              <a:rPr lang="en-US" sz="4000" b="1">
                <a:solidFill>
                  <a:srgbClr val="002060"/>
                </a:solidFill>
                <a:cs typeface="Arial" panose="020B0604020202020204" pitchFamily="34" charset="0"/>
              </a:rPr>
              <a:t>Chuyên môn hóa lưu thông, hình thành hệ thống phân phối, tiết kiệm chi phí lưu thông, mở rộng thị trường, thúc đẩy tiêu dùng</a:t>
            </a:r>
          </a:p>
          <a:p>
            <a:pPr marL="571500" indent="-571500" algn="just">
              <a:buFont typeface="Wingdings" panose="05000000000000000000" pitchFamily="2" charset="2"/>
              <a:buChar char="§"/>
              <a:defRPr/>
            </a:pPr>
            <a:r>
              <a:rPr lang="en-US" sz="4000" b="1">
                <a:solidFill>
                  <a:srgbClr val="002060"/>
                </a:solidFill>
                <a:cs typeface="Arial" panose="020B0604020202020204" pitchFamily="34" charset="0"/>
              </a:rPr>
              <a:t>Tiềm ẩn nguy cơ mất cân đối, khủng hoảng sản xuất thừa, đầu cơ chi phối thị trường</a:t>
            </a:r>
          </a:p>
        </p:txBody>
      </p:sp>
      <p:pic>
        <p:nvPicPr>
          <p:cNvPr id="8" name="Picture 7">
            <a:extLst>
              <a:ext uri="{FF2B5EF4-FFF2-40B4-BE49-F238E27FC236}">
                <a16:creationId xmlns:a16="http://schemas.microsoft.com/office/drawing/2014/main" id="{05CE49B0-CC1C-4693-A5E6-B33FC75E21BF}"/>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16712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Effect transition="in" filter="barn(inVertical)">
                                      <p:cBhvr>
                                        <p:cTn id="14" dur="500"/>
                                        <p:tgtEl>
                                          <p:spTgt spid="1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animEffect transition="in" filter="barn(inVertical)">
                                      <p:cBhvr>
                                        <p:cTn id="19" dur="500"/>
                                        <p:tgtEl>
                                          <p:spTgt spid="11">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Effect transition="in" filter="barn(inVertical)">
                                      <p:cBhvr>
                                        <p:cTn id="24" dur="500"/>
                                        <p:tgtEl>
                                          <p:spTgt spid="11">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animEffect transition="in" filter="barn(inVertical)">
                                      <p:cBhvr>
                                        <p:cTn id="29"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4">
            <a:extLst>
              <a:ext uri="{FF2B5EF4-FFF2-40B4-BE49-F238E27FC236}">
                <a16:creationId xmlns:a16="http://schemas.microsoft.com/office/drawing/2014/main" id="{AF63F9A6-B4C3-E1A3-B66E-3B153F8F5B7F}"/>
              </a:ext>
            </a:extLst>
          </p:cNvPr>
          <p:cNvSpPr>
            <a:spLocks noChangeShapeType="1"/>
          </p:cNvSpPr>
          <p:nvPr/>
        </p:nvSpPr>
        <p:spPr bwMode="auto">
          <a:xfrm>
            <a:off x="2806701" y="3832226"/>
            <a:ext cx="158432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5" name="Line 5">
            <a:extLst>
              <a:ext uri="{FF2B5EF4-FFF2-40B4-BE49-F238E27FC236}">
                <a16:creationId xmlns:a16="http://schemas.microsoft.com/office/drawing/2014/main" id="{B876D5D5-E336-378B-60F6-8FE29864606E}"/>
              </a:ext>
            </a:extLst>
          </p:cNvPr>
          <p:cNvSpPr>
            <a:spLocks noChangeShapeType="1"/>
          </p:cNvSpPr>
          <p:nvPr/>
        </p:nvSpPr>
        <p:spPr bwMode="auto">
          <a:xfrm>
            <a:off x="2374900" y="3832226"/>
            <a:ext cx="259397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sz="9600">
              <a:solidFill>
                <a:srgbClr val="002060"/>
              </a:solidFill>
            </a:endParaRPr>
          </a:p>
        </p:txBody>
      </p:sp>
      <p:sp>
        <p:nvSpPr>
          <p:cNvPr id="6" name="Rectangle 2">
            <a:extLst>
              <a:ext uri="{FF2B5EF4-FFF2-40B4-BE49-F238E27FC236}">
                <a16:creationId xmlns:a16="http://schemas.microsoft.com/office/drawing/2014/main" id="{4022A867-9F21-780A-5CDF-9DD46756FF8B}"/>
              </a:ext>
            </a:extLst>
          </p:cNvPr>
          <p:cNvSpPr txBox="1">
            <a:spLocks noChangeArrowheads="1"/>
          </p:cNvSpPr>
          <p:nvPr/>
        </p:nvSpPr>
        <p:spPr>
          <a:xfrm>
            <a:off x="914400" y="549277"/>
            <a:ext cx="16459200" cy="2286000"/>
          </a:xfrm>
          <a:prstGeom prst="rect">
            <a:avLst/>
          </a:prstGeom>
        </p:spPr>
        <p:txBody>
          <a:bodyPr vert="horz" lIns="91440" tIns="45720" rIns="91440" bIns="45720" rtlCol="0" anchor="b">
            <a:normAutofit/>
          </a:bodyPr>
          <a:lstStyle>
            <a:lvl1pPr algn="ctr" defTabSz="1828800" rtl="0" eaLnBrk="1" latinLnBrk="0" hangingPunct="1">
              <a:lnSpc>
                <a:spcPct val="90000"/>
              </a:lnSpc>
              <a:spcBef>
                <a:spcPct val="0"/>
              </a:spcBef>
              <a:buNone/>
              <a:defRPr sz="12000" kern="1200">
                <a:solidFill>
                  <a:schemeClr val="tx1"/>
                </a:solidFill>
                <a:latin typeface="+mj-lt"/>
                <a:ea typeface="+mj-ea"/>
                <a:cs typeface="+mj-cs"/>
              </a:defRPr>
            </a:lvl1pPr>
          </a:lstStyle>
          <a:p>
            <a:r>
              <a:rPr lang="en-US" altLang="en-US" b="1">
                <a:solidFill>
                  <a:srgbClr val="002060"/>
                </a:solidFill>
              </a:rPr>
              <a:t>Nhà nước</a:t>
            </a:r>
          </a:p>
        </p:txBody>
      </p:sp>
      <p:pic>
        <p:nvPicPr>
          <p:cNvPr id="8" name="Picture 7">
            <a:extLst>
              <a:ext uri="{FF2B5EF4-FFF2-40B4-BE49-F238E27FC236}">
                <a16:creationId xmlns:a16="http://schemas.microsoft.com/office/drawing/2014/main" id="{B209DD2B-017C-C582-E9AB-FA7AB613E606}"/>
              </a:ext>
            </a:extLst>
          </p:cNvPr>
          <p:cNvPicPr>
            <a:picLocks noChangeAspect="1"/>
          </p:cNvPicPr>
          <p:nvPr/>
        </p:nvPicPr>
        <p:blipFill>
          <a:blip r:embed="rId2"/>
          <a:stretch>
            <a:fillRect/>
          </a:stretch>
        </p:blipFill>
        <p:spPr>
          <a:xfrm>
            <a:off x="1904999" y="3505200"/>
            <a:ext cx="5715001" cy="8077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8293282D-16B1-FB9B-AC85-6AFAED03D97E}"/>
              </a:ext>
            </a:extLst>
          </p:cNvPr>
          <p:cNvSpPr txBox="1">
            <a:spLocks noChangeArrowheads="1"/>
          </p:cNvSpPr>
          <p:nvPr/>
        </p:nvSpPr>
        <p:spPr bwMode="auto">
          <a:xfrm>
            <a:off x="8153400" y="3236345"/>
            <a:ext cx="8381999" cy="873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685800" indent="-685800" algn="just">
              <a:buFont typeface="Wingdings" panose="05000000000000000000" pitchFamily="2" charset="2"/>
              <a:buChar char="§"/>
              <a:defRPr/>
            </a:pPr>
            <a:r>
              <a:rPr lang="en-US" sz="5300" b="1">
                <a:solidFill>
                  <a:srgbClr val="002060"/>
                </a:solidFill>
                <a:latin typeface="+mn-lt"/>
              </a:rPr>
              <a:t>Tạo lập môi trường và điều kiện thuận lợi cho KTTT</a:t>
            </a:r>
          </a:p>
          <a:p>
            <a:pPr marL="685800" indent="-685800" algn="just">
              <a:buFont typeface="Wingdings" panose="05000000000000000000" pitchFamily="2" charset="2"/>
              <a:buChar char="§"/>
              <a:defRPr/>
            </a:pPr>
            <a:r>
              <a:rPr lang="en-US" sz="5300" b="1">
                <a:solidFill>
                  <a:srgbClr val="002060"/>
                </a:solidFill>
                <a:latin typeface="+mn-lt"/>
              </a:rPr>
              <a:t>Điều tiết vĩ mô nền kinh tế thông qua các công cụ và chính sách kinh tế</a:t>
            </a:r>
          </a:p>
          <a:p>
            <a:pPr marL="685800" indent="-685800" algn="just">
              <a:buFont typeface="Wingdings" panose="05000000000000000000" pitchFamily="2" charset="2"/>
              <a:buChar char="§"/>
              <a:defRPr/>
            </a:pPr>
            <a:r>
              <a:rPr lang="en-US" sz="5300" b="1">
                <a:solidFill>
                  <a:srgbClr val="002060"/>
                </a:solidFill>
                <a:latin typeface="+mn-lt"/>
              </a:rPr>
              <a:t>Cung ứng hàng hóa công cộng và các dịch vụ XH</a:t>
            </a:r>
          </a:p>
          <a:p>
            <a:pPr marL="685800" indent="-685800" algn="just">
              <a:buFont typeface="Wingdings" panose="05000000000000000000" pitchFamily="2" charset="2"/>
              <a:buChar char="§"/>
              <a:defRPr/>
            </a:pPr>
            <a:r>
              <a:rPr lang="en-US" sz="5300" b="1">
                <a:solidFill>
                  <a:srgbClr val="002060"/>
                </a:solidFill>
                <a:latin typeface="+mn-lt"/>
              </a:rPr>
              <a:t>Giám sát, kiểm tra nền kinh tế</a:t>
            </a:r>
          </a:p>
        </p:txBody>
      </p:sp>
      <p:pic>
        <p:nvPicPr>
          <p:cNvPr id="7" name="Picture 6">
            <a:extLst>
              <a:ext uri="{FF2B5EF4-FFF2-40B4-BE49-F238E27FC236}">
                <a16:creationId xmlns:a16="http://schemas.microsoft.com/office/drawing/2014/main" id="{7F7F6370-6A1C-4411-8A61-5787033AFE14}"/>
              </a:ext>
            </a:extLst>
          </p:cNvPr>
          <p:cNvPicPr>
            <a:picLocks noChangeAspect="1"/>
          </p:cNvPicPr>
          <p:nvPr/>
        </p:nvPicPr>
        <p:blipFill>
          <a:blip r:embed="rId3"/>
          <a:stretch>
            <a:fillRect/>
          </a:stretch>
        </p:blipFill>
        <p:spPr>
          <a:xfrm>
            <a:off x="914400" y="422277"/>
            <a:ext cx="2540000" cy="2540000"/>
          </a:xfrm>
          <a:prstGeom prst="rect">
            <a:avLst/>
          </a:prstGeom>
        </p:spPr>
      </p:pic>
    </p:spTree>
    <p:extLst>
      <p:ext uri="{BB962C8B-B14F-4D97-AF65-F5344CB8AC3E}">
        <p14:creationId xmlns:p14="http://schemas.microsoft.com/office/powerpoint/2010/main" val="55367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barn(inVertical)">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barn(inVertical)">
                                      <p:cBhvr>
                                        <p:cTn id="19" dur="500"/>
                                        <p:tgtEl>
                                          <p:spTgt spid="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xEl>
                                              <p:pRg st="2" end="2"/>
                                            </p:txEl>
                                          </p:spTgt>
                                        </p:tgtEl>
                                        <p:attrNameLst>
                                          <p:attrName>style.visibility</p:attrName>
                                        </p:attrNameLst>
                                      </p:cBhvr>
                                      <p:to>
                                        <p:strVal val="visible"/>
                                      </p:to>
                                    </p:set>
                                    <p:animEffect transition="in" filter="barn(inVertical)">
                                      <p:cBhvr>
                                        <p:cTn id="24" dur="500"/>
                                        <p:tgtEl>
                                          <p:spTgt spid="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animEffect transition="in" filter="barn(inVertical)">
                                      <p:cBhvr>
                                        <p:cTn id="29"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heme/theme1.xml><?xml version="1.0" encoding="utf-8"?>
<a:theme xmlns:a="http://schemas.openxmlformats.org/drawingml/2006/main" name="Office Theme">
  <a:themeElements>
    <a:clrScheme name="Blue Ready">
      <a:dk1>
        <a:sysClr val="windowText" lastClr="000000"/>
      </a:dk1>
      <a:lt1>
        <a:sysClr val="window" lastClr="FFFFFF"/>
      </a:lt1>
      <a:dk2>
        <a:srgbClr val="797979"/>
      </a:dk2>
      <a:lt2>
        <a:srgbClr val="43B4E3"/>
      </a:lt2>
      <a:accent1>
        <a:srgbClr val="16527E"/>
      </a:accent1>
      <a:accent2>
        <a:srgbClr val="217EC1"/>
      </a:accent2>
      <a:accent3>
        <a:srgbClr val="3CABE9"/>
      </a:accent3>
      <a:accent4>
        <a:srgbClr val="8ACDF0"/>
      </a:accent4>
      <a:accent5>
        <a:srgbClr val="D9EFF9"/>
      </a:accent5>
      <a:accent6>
        <a:srgbClr val="C7C7C7"/>
      </a:accent6>
      <a:hlink>
        <a:srgbClr val="169EBE"/>
      </a:hlink>
      <a:folHlink>
        <a:srgbClr val="1CD1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2B3AF"/>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5095</TotalTime>
  <Words>2817</Words>
  <Application>Microsoft Office PowerPoint</Application>
  <PresentationFormat>Custom</PresentationFormat>
  <Paragraphs>238</Paragraphs>
  <Slides>41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Cambria Math</vt:lpstr>
      <vt:lpstr>Source Sans Pro ExtraLight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Louis Twelve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dc:title>
  <dc:creator>Louis Twelve</dc:creator>
  <cp:lastModifiedBy>NGHIEP LONG</cp:lastModifiedBy>
  <cp:revision>925</cp:revision>
  <dcterms:created xsi:type="dcterms:W3CDTF">2014-11-10T20:05:35Z</dcterms:created>
  <dcterms:modified xsi:type="dcterms:W3CDTF">2025-01-02T08:34:04Z</dcterms:modified>
</cp:coreProperties>
</file>