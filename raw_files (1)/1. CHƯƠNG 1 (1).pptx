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95" r:id="rId2"/>
    <p:sldId id="258" r:id="rId3"/>
    <p:sldId id="260" r:id="rId4"/>
    <p:sldId id="262" r:id="rId5"/>
    <p:sldId id="264" r:id="rId6"/>
    <p:sldId id="265" r:id="rId7"/>
    <p:sldId id="266" r:id="rId8"/>
    <p:sldId id="267" r:id="rId9"/>
    <p:sldId id="268" r:id="rId10"/>
    <p:sldId id="269" r:id="rId11"/>
  </p:sldIdLst>
  <p:sldSz cx="18288000" cy="13716000"/>
  <p:notesSz cx="6858000" cy="9144000"/>
  <p:defaultTextStyle>
    <a:defPPr>
      <a:defRPr lang="en-US"/>
    </a:defPPr>
    <a:lvl1pPr marL="0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219261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2438522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3657783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4877044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6096305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1219261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48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453"/>
    <a:srgbClr val="FF0000"/>
    <a:srgbClr val="EB332C"/>
    <a:srgbClr val="613D9C"/>
    <a:srgbClr val="203D53"/>
    <a:srgbClr val="497492"/>
    <a:srgbClr val="4D6D92"/>
    <a:srgbClr val="A8D709"/>
    <a:srgbClr val="192632"/>
    <a:srgbClr val="2C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71" autoAdjust="0"/>
    <p:restoredTop sz="86410" autoAdjust="0"/>
  </p:normalViewPr>
  <p:slideViewPr>
    <p:cSldViewPr snapToObjects="1" showGuides="1">
      <p:cViewPr varScale="1">
        <p:scale>
          <a:sx n="39" d="100"/>
          <a:sy n="39" d="100"/>
        </p:scale>
        <p:origin x="936" y="34"/>
      </p:cViewPr>
      <p:guideLst>
        <p:guide orient="horz" pos="8448"/>
        <p:guide pos="5760"/>
      </p:guideLst>
    </p:cSldViewPr>
  </p:slideViewPr>
  <p:outlineViewPr>
    <p:cViewPr>
      <p:scale>
        <a:sx n="33" d="100"/>
        <a:sy n="33" d="100"/>
      </p:scale>
      <p:origin x="0" y="-1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4" d="100"/>
        <a:sy n="24" d="100"/>
      </p:scale>
      <p:origin x="0" y="0"/>
    </p:cViewPr>
  </p:sorterViewPr>
  <p:notesViewPr>
    <p:cSldViewPr snapToObjects="1">
      <p:cViewPr varScale="1">
        <p:scale>
          <a:sx n="58" d="100"/>
          <a:sy n="58" d="100"/>
        </p:scale>
        <p:origin x="25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annguyen141601@gmail.com" userId="d93b6337fa10e7e9" providerId="LiveId" clId="{D5F276F9-7A38-4540-A6E7-B42A30E5431C}"/>
    <pc:docChg chg="delSld modSld">
      <pc:chgData name="toannguyen141601@gmail.com" userId="d93b6337fa10e7e9" providerId="LiveId" clId="{D5F276F9-7A38-4540-A6E7-B42A30E5431C}" dt="2024-01-07T01:22:30.100" v="286" actId="20577"/>
      <pc:docMkLst>
        <pc:docMk/>
      </pc:docMkLst>
      <pc:sldChg chg="addSp modSp">
        <pc:chgData name="toannguyen141601@gmail.com" userId="d93b6337fa10e7e9" providerId="LiveId" clId="{D5F276F9-7A38-4540-A6E7-B42A30E5431C}" dt="2024-01-07T01:04:22.950" v="188"/>
        <pc:sldMkLst>
          <pc:docMk/>
          <pc:sldMk cId="3441054850" sldId="477"/>
        </pc:sldMkLst>
        <pc:picChg chg="add mod">
          <ac:chgData name="toannguyen141601@gmail.com" userId="d93b6337fa10e7e9" providerId="LiveId" clId="{D5F276F9-7A38-4540-A6E7-B42A30E5431C}" dt="2024-01-07T01:04:22.950" v="188"/>
          <ac:picMkLst>
            <pc:docMk/>
            <pc:sldMk cId="3441054850" sldId="477"/>
            <ac:picMk id="2" creationId="{D6091972-0AFD-43BD-C201-DFB0D3597621}"/>
          </ac:picMkLst>
        </pc:picChg>
      </pc:sldChg>
      <pc:sldChg chg="addSp modSp">
        <pc:chgData name="toannguyen141601@gmail.com" userId="d93b6337fa10e7e9" providerId="LiveId" clId="{D5F276F9-7A38-4540-A6E7-B42A30E5431C}" dt="2024-01-07T01:04:39.841" v="212"/>
        <pc:sldMkLst>
          <pc:docMk/>
          <pc:sldMk cId="4131160498" sldId="478"/>
        </pc:sldMkLst>
        <pc:picChg chg="add mod">
          <ac:chgData name="toannguyen141601@gmail.com" userId="d93b6337fa10e7e9" providerId="LiveId" clId="{D5F276F9-7A38-4540-A6E7-B42A30E5431C}" dt="2024-01-07T01:04:39.841" v="212"/>
          <ac:picMkLst>
            <pc:docMk/>
            <pc:sldMk cId="4131160498" sldId="478"/>
            <ac:picMk id="3" creationId="{EF6BD3FF-110E-916B-E736-CCE8594A1512}"/>
          </ac:picMkLst>
        </pc:picChg>
      </pc:sldChg>
      <pc:sldChg chg="addSp modSp">
        <pc:chgData name="toannguyen141601@gmail.com" userId="d93b6337fa10e7e9" providerId="LiveId" clId="{D5F276F9-7A38-4540-A6E7-B42A30E5431C}" dt="2024-01-07T01:04:46.025" v="213"/>
        <pc:sldMkLst>
          <pc:docMk/>
          <pc:sldMk cId="1009014561" sldId="482"/>
        </pc:sldMkLst>
        <pc:picChg chg="add mod">
          <ac:chgData name="toannguyen141601@gmail.com" userId="d93b6337fa10e7e9" providerId="LiveId" clId="{D5F276F9-7A38-4540-A6E7-B42A30E5431C}" dt="2024-01-07T01:04:46.025" v="213"/>
          <ac:picMkLst>
            <pc:docMk/>
            <pc:sldMk cId="1009014561" sldId="482"/>
            <ac:picMk id="2" creationId="{C9A63617-096B-4BB5-60D2-9A2EC1F836AD}"/>
          </ac:picMkLst>
        </pc:picChg>
      </pc:sldChg>
      <pc:sldChg chg="addSp modSp mod">
        <pc:chgData name="toannguyen141601@gmail.com" userId="d93b6337fa10e7e9" providerId="LiveId" clId="{D5F276F9-7A38-4540-A6E7-B42A30E5431C}" dt="2024-01-07T01:05:08.759" v="236" actId="1035"/>
        <pc:sldMkLst>
          <pc:docMk/>
          <pc:sldMk cId="474815706" sldId="483"/>
        </pc:sldMkLst>
        <pc:spChg chg="mod">
          <ac:chgData name="toannguyen141601@gmail.com" userId="d93b6337fa10e7e9" providerId="LiveId" clId="{D5F276F9-7A38-4540-A6E7-B42A30E5431C}" dt="2024-01-07T01:05:08.759" v="236" actId="1035"/>
          <ac:spMkLst>
            <pc:docMk/>
            <pc:sldMk cId="474815706" sldId="483"/>
            <ac:spMk id="18" creationId="{00000000-0000-0000-0000-000000000000}"/>
          </ac:spMkLst>
        </pc:spChg>
        <pc:spChg chg="mod">
          <ac:chgData name="toannguyen141601@gmail.com" userId="d93b6337fa10e7e9" providerId="LiveId" clId="{D5F276F9-7A38-4540-A6E7-B42A30E5431C}" dt="2024-01-07T01:05:08.759" v="236" actId="1035"/>
          <ac:spMkLst>
            <pc:docMk/>
            <pc:sldMk cId="474815706" sldId="483"/>
            <ac:spMk id="22" creationId="{00000000-0000-0000-0000-000000000000}"/>
          </ac:spMkLst>
        </pc:spChg>
        <pc:picChg chg="mod">
          <ac:chgData name="toannguyen141601@gmail.com" userId="d93b6337fa10e7e9" providerId="LiveId" clId="{D5F276F9-7A38-4540-A6E7-B42A30E5431C}" dt="2024-01-07T01:05:08.759" v="236" actId="1035"/>
          <ac:picMkLst>
            <pc:docMk/>
            <pc:sldMk cId="474815706" sldId="483"/>
            <ac:picMk id="2" creationId="{00000000-0000-0000-0000-000000000000}"/>
          </ac:picMkLst>
        </pc:picChg>
        <pc:picChg chg="add mod">
          <ac:chgData name="toannguyen141601@gmail.com" userId="d93b6337fa10e7e9" providerId="LiveId" clId="{D5F276F9-7A38-4540-A6E7-B42A30E5431C}" dt="2024-01-07T01:05:00.838" v="226"/>
          <ac:picMkLst>
            <pc:docMk/>
            <pc:sldMk cId="474815706" sldId="483"/>
            <ac:picMk id="3" creationId="{6EEA7146-400B-25AB-4D63-C153FF3F9E08}"/>
          </ac:picMkLst>
        </pc:picChg>
        <pc:cxnChg chg="mod">
          <ac:chgData name="toannguyen141601@gmail.com" userId="d93b6337fa10e7e9" providerId="LiveId" clId="{D5F276F9-7A38-4540-A6E7-B42A30E5431C}" dt="2024-01-07T01:05:08.759" v="236" actId="1035"/>
          <ac:cxnSpMkLst>
            <pc:docMk/>
            <pc:sldMk cId="474815706" sldId="483"/>
            <ac:cxnSpMk id="6" creationId="{00000000-0000-0000-0000-000000000000}"/>
          </ac:cxnSpMkLst>
        </pc:cxnChg>
        <pc:cxnChg chg="mod">
          <ac:chgData name="toannguyen141601@gmail.com" userId="d93b6337fa10e7e9" providerId="LiveId" clId="{D5F276F9-7A38-4540-A6E7-B42A30E5431C}" dt="2024-01-07T01:05:08.759" v="236" actId="1035"/>
          <ac:cxnSpMkLst>
            <pc:docMk/>
            <pc:sldMk cId="474815706" sldId="483"/>
            <ac:cxnSpMk id="23" creationId="{00000000-0000-0000-0000-000000000000}"/>
          </ac:cxnSpMkLst>
        </pc:cxnChg>
      </pc:sldChg>
      <pc:sldChg chg="addSp modSp">
        <pc:chgData name="toannguyen141601@gmail.com" userId="d93b6337fa10e7e9" providerId="LiveId" clId="{D5F276F9-7A38-4540-A6E7-B42A30E5431C}" dt="2024-01-07T01:05:15.109" v="237"/>
        <pc:sldMkLst>
          <pc:docMk/>
          <pc:sldMk cId="2853028136" sldId="484"/>
        </pc:sldMkLst>
        <pc:picChg chg="add mod">
          <ac:chgData name="toannguyen141601@gmail.com" userId="d93b6337fa10e7e9" providerId="LiveId" clId="{D5F276F9-7A38-4540-A6E7-B42A30E5431C}" dt="2024-01-07T01:05:15.109" v="237"/>
          <ac:picMkLst>
            <pc:docMk/>
            <pc:sldMk cId="2853028136" sldId="484"/>
            <ac:picMk id="3" creationId="{3775E886-322C-D8B8-DE30-22CE7FEEAB25}"/>
          </ac:picMkLst>
        </pc:picChg>
      </pc:sldChg>
      <pc:sldChg chg="addSp modSp">
        <pc:chgData name="toannguyen141601@gmail.com" userId="d93b6337fa10e7e9" providerId="LiveId" clId="{D5F276F9-7A38-4540-A6E7-B42A30E5431C}" dt="2024-01-07T01:05:17.720" v="238"/>
        <pc:sldMkLst>
          <pc:docMk/>
          <pc:sldMk cId="3483139479" sldId="485"/>
        </pc:sldMkLst>
        <pc:picChg chg="add mod">
          <ac:chgData name="toannguyen141601@gmail.com" userId="d93b6337fa10e7e9" providerId="LiveId" clId="{D5F276F9-7A38-4540-A6E7-B42A30E5431C}" dt="2024-01-07T01:05:17.720" v="238"/>
          <ac:picMkLst>
            <pc:docMk/>
            <pc:sldMk cId="3483139479" sldId="485"/>
            <ac:picMk id="2" creationId="{0BA90B9B-DFE6-B149-0FB7-0F27BE34779E}"/>
          </ac:picMkLst>
        </pc:picChg>
      </pc:sldChg>
      <pc:sldChg chg="del">
        <pc:chgData name="toannguyen141601@gmail.com" userId="d93b6337fa10e7e9" providerId="LiveId" clId="{D5F276F9-7A38-4540-A6E7-B42A30E5431C}" dt="2024-01-07T01:03:36.683" v="173" actId="47"/>
        <pc:sldMkLst>
          <pc:docMk/>
          <pc:sldMk cId="1799766851" sldId="494"/>
        </pc:sldMkLst>
      </pc:sldChg>
      <pc:sldChg chg="modSp mod">
        <pc:chgData name="toannguyen141601@gmail.com" userId="d93b6337fa10e7e9" providerId="LiveId" clId="{D5F276F9-7A38-4540-A6E7-B42A30E5431C}" dt="2024-01-07T01:22:30.100" v="286" actId="20577"/>
        <pc:sldMkLst>
          <pc:docMk/>
          <pc:sldMk cId="1067340891" sldId="495"/>
        </pc:sldMkLst>
        <pc:spChg chg="mod">
          <ac:chgData name="toannguyen141601@gmail.com" userId="d93b6337fa10e7e9" providerId="LiveId" clId="{D5F276F9-7A38-4540-A6E7-B42A30E5431C}" dt="2024-01-07T01:01:40.836" v="20" actId="20577"/>
          <ac:spMkLst>
            <pc:docMk/>
            <pc:sldMk cId="1067340891" sldId="495"/>
            <ac:spMk id="9" creationId="{00000000-0000-0000-0000-000000000000}"/>
          </ac:spMkLst>
        </pc:spChg>
        <pc:spChg chg="mod">
          <ac:chgData name="toannguyen141601@gmail.com" userId="d93b6337fa10e7e9" providerId="LiveId" clId="{D5F276F9-7A38-4540-A6E7-B42A30E5431C}" dt="2024-01-07T01:22:30.100" v="286" actId="20577"/>
          <ac:spMkLst>
            <pc:docMk/>
            <pc:sldMk cId="1067340891" sldId="495"/>
            <ac:spMk id="4104" creationId="{00000000-0000-0000-0000-000000000000}"/>
          </ac:spMkLst>
        </pc:spChg>
      </pc:sldChg>
      <pc:sldChg chg="addSp modSp">
        <pc:chgData name="toannguyen141601@gmail.com" userId="d93b6337fa10e7e9" providerId="LiveId" clId="{D5F276F9-7A38-4540-A6E7-B42A30E5431C}" dt="2024-01-07T01:05:23.602" v="240"/>
        <pc:sldMkLst>
          <pc:docMk/>
          <pc:sldMk cId="597866825" sldId="496"/>
        </pc:sldMkLst>
        <pc:picChg chg="add mod">
          <ac:chgData name="toannguyen141601@gmail.com" userId="d93b6337fa10e7e9" providerId="LiveId" clId="{D5F276F9-7A38-4540-A6E7-B42A30E5431C}" dt="2024-01-07T01:05:23.602" v="240"/>
          <ac:picMkLst>
            <pc:docMk/>
            <pc:sldMk cId="597866825" sldId="496"/>
            <ac:picMk id="2" creationId="{9AF458D9-2E50-914F-3768-7E79493CF3D8}"/>
          </ac:picMkLst>
        </pc:picChg>
      </pc:sldChg>
      <pc:sldChg chg="addSp modSp">
        <pc:chgData name="toannguyen141601@gmail.com" userId="d93b6337fa10e7e9" providerId="LiveId" clId="{D5F276F9-7A38-4540-A6E7-B42A30E5431C}" dt="2024-01-07T01:05:22.025" v="239"/>
        <pc:sldMkLst>
          <pc:docMk/>
          <pc:sldMk cId="1046425896" sldId="497"/>
        </pc:sldMkLst>
        <pc:picChg chg="add mod">
          <ac:chgData name="toannguyen141601@gmail.com" userId="d93b6337fa10e7e9" providerId="LiveId" clId="{D5F276F9-7A38-4540-A6E7-B42A30E5431C}" dt="2024-01-07T01:05:22.025" v="239"/>
          <ac:picMkLst>
            <pc:docMk/>
            <pc:sldMk cId="1046425896" sldId="497"/>
            <ac:picMk id="2" creationId="{DCD7EFDC-3AB2-CBDC-8C8F-C40E393E404C}"/>
          </ac:picMkLst>
        </pc:picChg>
      </pc:sldChg>
      <pc:sldChg chg="addSp modSp">
        <pc:chgData name="toannguyen141601@gmail.com" userId="d93b6337fa10e7e9" providerId="LiveId" clId="{D5F276F9-7A38-4540-A6E7-B42A30E5431C}" dt="2024-01-07T01:05:24.838" v="241"/>
        <pc:sldMkLst>
          <pc:docMk/>
          <pc:sldMk cId="3662773679" sldId="498"/>
        </pc:sldMkLst>
        <pc:picChg chg="add mod">
          <ac:chgData name="toannguyen141601@gmail.com" userId="d93b6337fa10e7e9" providerId="LiveId" clId="{D5F276F9-7A38-4540-A6E7-B42A30E5431C}" dt="2024-01-07T01:05:24.838" v="241"/>
          <ac:picMkLst>
            <pc:docMk/>
            <pc:sldMk cId="3662773679" sldId="498"/>
            <ac:picMk id="2" creationId="{8CDB8D2E-9EE9-B316-3FC4-D34BD180D410}"/>
          </ac:picMkLst>
        </pc:picChg>
      </pc:sldChg>
      <pc:sldChg chg="addSp modSp mod">
        <pc:chgData name="toannguyen141601@gmail.com" userId="d93b6337fa10e7e9" providerId="LiveId" clId="{D5F276F9-7A38-4540-A6E7-B42A30E5431C}" dt="2024-01-07T01:04:36.988" v="211" actId="1036"/>
        <pc:sldMkLst>
          <pc:docMk/>
          <pc:sldMk cId="292267439" sldId="510"/>
        </pc:sldMkLst>
        <pc:spChg chg="mod">
          <ac:chgData name="toannguyen141601@gmail.com" userId="d93b6337fa10e7e9" providerId="LiveId" clId="{D5F276F9-7A38-4540-A6E7-B42A30E5431C}" dt="2024-01-07T01:04:36.988" v="211" actId="1036"/>
          <ac:spMkLst>
            <pc:docMk/>
            <pc:sldMk cId="292267439" sldId="510"/>
            <ac:spMk id="10" creationId="{00000000-0000-0000-0000-000000000000}"/>
          </ac:spMkLst>
        </pc:spChg>
        <pc:spChg chg="mod">
          <ac:chgData name="toannguyen141601@gmail.com" userId="d93b6337fa10e7e9" providerId="LiveId" clId="{D5F276F9-7A38-4540-A6E7-B42A30E5431C}" dt="2024-01-07T01:04:36.988" v="211" actId="1036"/>
          <ac:spMkLst>
            <pc:docMk/>
            <pc:sldMk cId="292267439" sldId="510"/>
            <ac:spMk id="38" creationId="{00000000-0000-0000-0000-000000000000}"/>
          </ac:spMkLst>
        </pc:spChg>
        <pc:picChg chg="add mod">
          <ac:chgData name="toannguyen141601@gmail.com" userId="d93b6337fa10e7e9" providerId="LiveId" clId="{D5F276F9-7A38-4540-A6E7-B42A30E5431C}" dt="2024-01-07T01:04:26.307" v="189"/>
          <ac:picMkLst>
            <pc:docMk/>
            <pc:sldMk cId="292267439" sldId="510"/>
            <ac:picMk id="2" creationId="{DDC51199-F9CB-844D-AE8A-33EC1A7BAF6E}"/>
          </ac:picMkLst>
        </pc:picChg>
        <pc:picChg chg="mod">
          <ac:chgData name="toannguyen141601@gmail.com" userId="d93b6337fa10e7e9" providerId="LiveId" clId="{D5F276F9-7A38-4540-A6E7-B42A30E5431C}" dt="2024-01-07T01:04:36.988" v="211" actId="1036"/>
          <ac:picMkLst>
            <pc:docMk/>
            <pc:sldMk cId="292267439" sldId="510"/>
            <ac:picMk id="40" creationId="{00000000-0000-0000-0000-000000000000}"/>
          </ac:picMkLst>
        </pc:picChg>
        <pc:cxnChg chg="mod">
          <ac:chgData name="toannguyen141601@gmail.com" userId="d93b6337fa10e7e9" providerId="LiveId" clId="{D5F276F9-7A38-4540-A6E7-B42A30E5431C}" dt="2024-01-07T01:04:36.988" v="211" actId="1036"/>
          <ac:cxnSpMkLst>
            <pc:docMk/>
            <pc:sldMk cId="292267439" sldId="510"/>
            <ac:cxnSpMk id="6" creationId="{00000000-0000-0000-0000-000000000000}"/>
          </ac:cxnSpMkLst>
        </pc:cxnChg>
        <pc:cxnChg chg="mod">
          <ac:chgData name="toannguyen141601@gmail.com" userId="d93b6337fa10e7e9" providerId="LiveId" clId="{D5F276F9-7A38-4540-A6E7-B42A30E5431C}" dt="2024-01-07T01:04:36.988" v="211" actId="1036"/>
          <ac:cxnSpMkLst>
            <pc:docMk/>
            <pc:sldMk cId="292267439" sldId="510"/>
            <ac:cxnSpMk id="39" creationId="{00000000-0000-0000-0000-000000000000}"/>
          </ac:cxnSpMkLst>
        </pc:cxnChg>
      </pc:sldChg>
      <pc:sldChg chg="addSp modSp mod">
        <pc:chgData name="toannguyen141601@gmail.com" userId="d93b6337fa10e7e9" providerId="LiveId" clId="{D5F276F9-7A38-4540-A6E7-B42A30E5431C}" dt="2024-01-07T01:04:53.737" v="225" actId="1036"/>
        <pc:sldMkLst>
          <pc:docMk/>
          <pc:sldMk cId="2693303122" sldId="519"/>
        </pc:sldMkLst>
        <pc:spChg chg="mod">
          <ac:chgData name="toannguyen141601@gmail.com" userId="d93b6337fa10e7e9" providerId="LiveId" clId="{D5F276F9-7A38-4540-A6E7-B42A30E5431C}" dt="2024-01-07T01:04:53.737" v="225" actId="1036"/>
          <ac:spMkLst>
            <pc:docMk/>
            <pc:sldMk cId="2693303122" sldId="519"/>
            <ac:spMk id="10" creationId="{00000000-0000-0000-0000-000000000000}"/>
          </ac:spMkLst>
        </pc:spChg>
        <pc:spChg chg="mod">
          <ac:chgData name="toannguyen141601@gmail.com" userId="d93b6337fa10e7e9" providerId="LiveId" clId="{D5F276F9-7A38-4540-A6E7-B42A30E5431C}" dt="2024-01-07T01:04:53.737" v="225" actId="1036"/>
          <ac:spMkLst>
            <pc:docMk/>
            <pc:sldMk cId="2693303122" sldId="519"/>
            <ac:spMk id="38" creationId="{00000000-0000-0000-0000-000000000000}"/>
          </ac:spMkLst>
        </pc:spChg>
        <pc:picChg chg="add mod">
          <ac:chgData name="toannguyen141601@gmail.com" userId="d93b6337fa10e7e9" providerId="LiveId" clId="{D5F276F9-7A38-4540-A6E7-B42A30E5431C}" dt="2024-01-07T01:04:48.073" v="214"/>
          <ac:picMkLst>
            <pc:docMk/>
            <pc:sldMk cId="2693303122" sldId="519"/>
            <ac:picMk id="2" creationId="{54442660-E483-200A-0CDF-B7B7272B39AC}"/>
          </ac:picMkLst>
        </pc:picChg>
        <pc:picChg chg="mod">
          <ac:chgData name="toannguyen141601@gmail.com" userId="d93b6337fa10e7e9" providerId="LiveId" clId="{D5F276F9-7A38-4540-A6E7-B42A30E5431C}" dt="2024-01-07T01:04:53.737" v="225" actId="1036"/>
          <ac:picMkLst>
            <pc:docMk/>
            <pc:sldMk cId="2693303122" sldId="519"/>
            <ac:picMk id="40" creationId="{00000000-0000-0000-0000-000000000000}"/>
          </ac:picMkLst>
        </pc:picChg>
        <pc:cxnChg chg="mod">
          <ac:chgData name="toannguyen141601@gmail.com" userId="d93b6337fa10e7e9" providerId="LiveId" clId="{D5F276F9-7A38-4540-A6E7-B42A30E5431C}" dt="2024-01-07T01:04:53.737" v="225" actId="1036"/>
          <ac:cxnSpMkLst>
            <pc:docMk/>
            <pc:sldMk cId="2693303122" sldId="519"/>
            <ac:cxnSpMk id="6" creationId="{00000000-0000-0000-0000-000000000000}"/>
          </ac:cxnSpMkLst>
        </pc:cxnChg>
        <pc:cxnChg chg="mod">
          <ac:chgData name="toannguyen141601@gmail.com" userId="d93b6337fa10e7e9" providerId="LiveId" clId="{D5F276F9-7A38-4540-A6E7-B42A30E5431C}" dt="2024-01-07T01:04:53.737" v="225" actId="1036"/>
          <ac:cxnSpMkLst>
            <pc:docMk/>
            <pc:sldMk cId="2693303122" sldId="519"/>
            <ac:cxnSpMk id="39" creationId="{00000000-0000-0000-0000-000000000000}"/>
          </ac:cxnSpMkLst>
        </pc:cxnChg>
      </pc:sldChg>
      <pc:sldChg chg="addSp modSp mod">
        <pc:chgData name="toannguyen141601@gmail.com" userId="d93b6337fa10e7e9" providerId="LiveId" clId="{D5F276F9-7A38-4540-A6E7-B42A30E5431C}" dt="2024-01-07T01:04:19.033" v="187" actId="1036"/>
        <pc:sldMkLst>
          <pc:docMk/>
          <pc:sldMk cId="2556108481" sldId="520"/>
        </pc:sldMkLst>
        <pc:spChg chg="mod">
          <ac:chgData name="toannguyen141601@gmail.com" userId="d93b6337fa10e7e9" providerId="LiveId" clId="{D5F276F9-7A38-4540-A6E7-B42A30E5431C}" dt="2024-01-07T01:04:19.033" v="187" actId="1036"/>
          <ac:spMkLst>
            <pc:docMk/>
            <pc:sldMk cId="2556108481" sldId="520"/>
            <ac:spMk id="10" creationId="{00000000-0000-0000-0000-000000000000}"/>
          </ac:spMkLst>
        </pc:spChg>
        <pc:spChg chg="mod">
          <ac:chgData name="toannguyen141601@gmail.com" userId="d93b6337fa10e7e9" providerId="LiveId" clId="{D5F276F9-7A38-4540-A6E7-B42A30E5431C}" dt="2024-01-07T01:03:28.158" v="172" actId="20577"/>
          <ac:spMkLst>
            <pc:docMk/>
            <pc:sldMk cId="2556108481" sldId="520"/>
            <ac:spMk id="38" creationId="{00000000-0000-0000-0000-000000000000}"/>
          </ac:spMkLst>
        </pc:spChg>
        <pc:picChg chg="add mod">
          <ac:chgData name="toannguyen141601@gmail.com" userId="d93b6337fa10e7e9" providerId="LiveId" clId="{D5F276F9-7A38-4540-A6E7-B42A30E5431C}" dt="2024-01-07T01:04:06.648" v="176"/>
          <ac:picMkLst>
            <pc:docMk/>
            <pc:sldMk cId="2556108481" sldId="520"/>
            <ac:picMk id="2" creationId="{EB180B93-E8DA-151B-A394-E9707B004616}"/>
          </ac:picMkLst>
        </pc:picChg>
        <pc:cxnChg chg="mod">
          <ac:chgData name="toannguyen141601@gmail.com" userId="d93b6337fa10e7e9" providerId="LiveId" clId="{D5F276F9-7A38-4540-A6E7-B42A30E5431C}" dt="2024-01-07T01:04:19.033" v="187" actId="1036"/>
          <ac:cxnSpMkLst>
            <pc:docMk/>
            <pc:sldMk cId="2556108481" sldId="520"/>
            <ac:cxnSpMk id="6" creationId="{00000000-0000-0000-0000-000000000000}"/>
          </ac:cxnSpMkLst>
        </pc:cxnChg>
      </pc:sldChg>
      <pc:sldChg chg="addSp modSp mod">
        <pc:chgData name="toannguyen141601@gmail.com" userId="d93b6337fa10e7e9" providerId="LiveId" clId="{D5F276F9-7A38-4540-A6E7-B42A30E5431C}" dt="2024-01-07T01:04:03.084" v="175" actId="1076"/>
        <pc:sldMkLst>
          <pc:docMk/>
          <pc:sldMk cId="1695158908" sldId="521"/>
        </pc:sldMkLst>
        <pc:spChg chg="mod">
          <ac:chgData name="toannguyen141601@gmail.com" userId="d93b6337fa10e7e9" providerId="LiveId" clId="{D5F276F9-7A38-4540-A6E7-B42A30E5431C}" dt="2024-01-07T01:02:17.046" v="58" actId="1037"/>
          <ac:spMkLst>
            <pc:docMk/>
            <pc:sldMk cId="1695158908" sldId="521"/>
            <ac:spMk id="38" creationId="{00000000-0000-0000-0000-000000000000}"/>
          </ac:spMkLst>
        </pc:spChg>
        <pc:picChg chg="add mod">
          <ac:chgData name="toannguyen141601@gmail.com" userId="d93b6337fa10e7e9" providerId="LiveId" clId="{D5F276F9-7A38-4540-A6E7-B42A30E5431C}" dt="2024-01-07T01:04:03.084" v="175" actId="1076"/>
          <ac:picMkLst>
            <pc:docMk/>
            <pc:sldMk cId="1695158908" sldId="521"/>
            <ac:picMk id="3" creationId="{09DBC94F-5CA1-AA9E-CD46-047865E6F71E}"/>
          </ac:picMkLst>
        </pc:picChg>
        <pc:cxnChg chg="mod">
          <ac:chgData name="toannguyen141601@gmail.com" userId="d93b6337fa10e7e9" providerId="LiveId" clId="{D5F276F9-7A38-4540-A6E7-B42A30E5431C}" dt="2024-01-07T01:02:20.510" v="62" actId="1038"/>
          <ac:cxnSpMkLst>
            <pc:docMk/>
            <pc:sldMk cId="1695158908" sldId="521"/>
            <ac:cxnSpMk id="39" creationId="{00000000-0000-0000-0000-00000000000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31EDE-17CF-D746-B83B-FEE41F000DF3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20672-5196-0B4F-93AE-044FFF10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126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A9F3C-04AF-8847-8AD8-CAC892C2E245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7CB07-0039-4545-92EA-48E12138E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10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1219261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2438522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3657783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4877044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6096305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1219261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1DA31A-7B6C-4CE5-AC2A-225285A0CBDE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87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3716000"/>
          </a:xfrm>
        </p:spPr>
        <p:txBody>
          <a:bodyPr>
            <a:normAutofit/>
          </a:bodyPr>
          <a:lstStyle>
            <a:lvl1pPr>
              <a:defRPr sz="2400" baseline="0"/>
            </a:lvl1pPr>
          </a:lstStyle>
          <a:p>
            <a:r>
              <a:rPr lang="en-US" dirty="0"/>
              <a:t>Drag your picture here and Send to back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D5CED7E-21C4-40CC-B700-79A8CEC50E2B}" type="datetime8">
              <a:rPr lang="vi-VN" smtClean="0"/>
              <a:t>02/01/2025 4:38 CH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DF686B8-C880-FF40-96DC-14FF2413C3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3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3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62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1664142" y="4038600"/>
            <a:ext cx="3200400" cy="426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8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5486400" y="4038600"/>
            <a:ext cx="3200400" cy="426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19" name="Picture Placeholder 22"/>
          <p:cNvSpPr>
            <a:spLocks noGrp="1"/>
          </p:cNvSpPr>
          <p:nvPr>
            <p:ph type="pic" sz="quarter" idx="17"/>
          </p:nvPr>
        </p:nvSpPr>
        <p:spPr>
          <a:xfrm>
            <a:off x="9144000" y="4038600"/>
            <a:ext cx="3200400" cy="426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20" name="Picture Placeholder 22"/>
          <p:cNvSpPr>
            <a:spLocks noGrp="1"/>
          </p:cNvSpPr>
          <p:nvPr>
            <p:ph type="pic" sz="quarter" idx="18"/>
          </p:nvPr>
        </p:nvSpPr>
        <p:spPr>
          <a:xfrm>
            <a:off x="12801600" y="4038600"/>
            <a:ext cx="3200400" cy="426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37" name="Oval 36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8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8" grpId="0"/>
      <p:bldP spid="19" grpId="0"/>
      <p:bldP spid="20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vidual of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2109381" y="3574112"/>
            <a:ext cx="4748916" cy="63318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lang="en-US"/>
          </a:p>
        </p:txBody>
      </p:sp>
      <p:sp>
        <p:nvSpPr>
          <p:cNvPr id="31" name="Oval 30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932446" y="3121976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9096339" y="3132312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6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12678285" y="3142501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1932446" y="7942416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5514392" y="7942416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9096339" y="7921890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12678285" y="7921890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2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5514392" y="3121976"/>
            <a:ext cx="3476116" cy="4630587"/>
          </a:xfrm>
          <a:effectLst/>
        </p:spPr>
        <p:txBody>
          <a:bodyPr rtlCol="0">
            <a:normAutofit/>
          </a:bodyPr>
          <a:lstStyle>
            <a:lvl1pPr marL="0" indent="0">
              <a:buNone/>
              <a:defRPr sz="2700">
                <a:ln>
                  <a:noFill/>
                </a:ln>
                <a:solidFill>
                  <a:schemeClr val="tx2"/>
                </a:solidFill>
                <a:latin typeface="Source Sans Pro ExtraLight"/>
                <a:cs typeface="Source Sans Pro ExtraLigh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3" name="Oval 32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24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00"/>
                            </p:stCondLst>
                            <p:childTnLst>
                              <p:par>
                                <p:cTn id="4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800"/>
                            </p:stCondLst>
                            <p:childTnLst>
                              <p:par>
                                <p:cTn id="4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6" grpId="0"/>
      <p:bldP spid="27" grpId="0"/>
      <p:bldP spid="28" grpId="0"/>
      <p:bldP spid="29" grpId="0"/>
      <p:bldP spid="30" grpId="0"/>
      <p:bldP spid="3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hone 6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7614809" y="4109362"/>
            <a:ext cx="3030823" cy="7163108"/>
          </a:xfrm>
        </p:spPr>
        <p:txBody>
          <a:bodyPr>
            <a:normAutofit/>
          </a:bodyPr>
          <a:lstStyle>
            <a:lvl1pPr marL="0" indent="0">
              <a:buNone/>
              <a:defRPr sz="975"/>
            </a:lvl1pPr>
          </a:lstStyle>
          <a:p>
            <a:endParaRPr lang="en-US"/>
          </a:p>
        </p:txBody>
      </p:sp>
      <p:sp>
        <p:nvSpPr>
          <p:cNvPr id="29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5914539" y="5181600"/>
            <a:ext cx="1515184" cy="5029200"/>
          </a:xfrm>
        </p:spPr>
        <p:txBody>
          <a:bodyPr>
            <a:normAutofit/>
          </a:bodyPr>
          <a:lstStyle>
            <a:lvl1pPr marL="0" indent="0">
              <a:buNone/>
              <a:defRPr sz="975"/>
            </a:lvl1pPr>
          </a:lstStyle>
          <a:p>
            <a:endParaRPr lang="en-US" dirty="0"/>
          </a:p>
        </p:txBody>
      </p:sp>
      <p:sp>
        <p:nvSpPr>
          <p:cNvPr id="31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10801134" y="5181600"/>
            <a:ext cx="1515184" cy="5029200"/>
          </a:xfrm>
        </p:spPr>
        <p:txBody>
          <a:bodyPr>
            <a:normAutofit/>
          </a:bodyPr>
          <a:lstStyle>
            <a:lvl1pPr marL="0" indent="0">
              <a:buNone/>
              <a:defRPr sz="975"/>
            </a:lvl1pPr>
          </a:lstStyle>
          <a:p>
            <a:endParaRPr lang="en-US" dirty="0"/>
          </a:p>
        </p:txBody>
      </p:sp>
      <p:sp>
        <p:nvSpPr>
          <p:cNvPr id="8" name="Oval 7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8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1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801146" cy="137160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endParaRPr lang="en-US"/>
          </a:p>
        </p:txBody>
      </p:sp>
      <p:sp>
        <p:nvSpPr>
          <p:cNvPr id="6" name="Oval 5"/>
          <p:cNvSpPr>
            <a:spLocks noChangeAspect="1"/>
          </p:cNvSpPr>
          <p:nvPr userDrawn="1"/>
        </p:nvSpPr>
        <p:spPr>
          <a:xfrm>
            <a:off x="17071094" y="775128"/>
            <a:ext cx="517548" cy="69006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65" tIns="91433" rIns="182865" bIns="914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925021" y="712118"/>
            <a:ext cx="798902" cy="730251"/>
          </a:xfr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Source Sans Pro ExtraLight"/>
                <a:cs typeface="Source Sans Pro ExtraLight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9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1B62975-BF25-48DB-B816-1C58EBE21DD3}" type="datetime8">
              <a:rPr lang="vi-VN" smtClean="0"/>
              <a:t>02/01/2025 4:38 CH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82C7828-953F-487C-8A7A-5E53BE2E83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65641"/>
      </p:ext>
    </p:extLst>
  </p:cSld>
  <p:clrMapOvr>
    <a:masterClrMapping/>
  </p:clrMapOvr>
  <p:transition spd="slow">
    <p:check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73AC8-2287-4D50-8392-F1995AA4F0B6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9CA5-15ED-4832-9744-CD05D531A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8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7"/>
            <a:ext cx="16459200" cy="2286000"/>
          </a:xfrm>
          <a:prstGeom prst="rect">
            <a:avLst/>
          </a:prstGeom>
        </p:spPr>
        <p:txBody>
          <a:bodyPr vert="horz" lIns="243852" tIns="121926" rIns="243852" bIns="121926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6"/>
            <a:ext cx="16459200" cy="9051925"/>
          </a:xfrm>
          <a:prstGeom prst="rect">
            <a:avLst/>
          </a:prstGeom>
        </p:spPr>
        <p:txBody>
          <a:bodyPr vert="horz" lIns="243852" tIns="121926" rIns="243852" bIns="12192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1" y="12712704"/>
            <a:ext cx="4267200" cy="730251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Source Sans Pro"/>
                <a:cs typeface="Source Sans Pro"/>
              </a:defRPr>
            </a:lvl1pPr>
          </a:lstStyle>
          <a:p>
            <a:fld id="{20402551-1642-4BBA-8F50-A1A250500EC3}" type="datetime8">
              <a:rPr lang="vi-VN" smtClean="0"/>
              <a:t>02/01/2025 4:38 CH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4"/>
            <a:ext cx="5791200" cy="730251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Source Sans Pro"/>
                <a:cs typeface="Source Sans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4"/>
            <a:ext cx="4267200" cy="730251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Source Sans Pro"/>
                <a:cs typeface="Source Sans Pro"/>
              </a:defRPr>
            </a:lvl1pPr>
          </a:lstStyle>
          <a:p>
            <a:fld id="{9DF686B8-C880-FF40-96DC-14FF2413C3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61" r:id="rId3"/>
    <p:sldLayoutId id="2147483662" r:id="rId4"/>
    <p:sldLayoutId id="2147483663" r:id="rId5"/>
    <p:sldLayoutId id="2147483669" r:id="rId6"/>
    <p:sldLayoutId id="2147483721" r:id="rId7"/>
    <p:sldLayoutId id="2147483679" r:id="rId8"/>
    <p:sldLayoutId id="2147483727" r:id="rId9"/>
    <p:sldLayoutId id="2147483728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hf sldNum="0" hdr="0" ftr="0" dt="0"/>
  <p:txStyles>
    <p:titleStyle>
      <a:lvl1pPr algn="ctr" defTabSz="914316" rtl="0" eaLnBrk="1" latinLnBrk="0" hangingPunct="1">
        <a:spcBef>
          <a:spcPct val="0"/>
        </a:spcBef>
        <a:buNone/>
        <a:defRPr sz="5624" kern="1200">
          <a:solidFill>
            <a:schemeClr val="bg2"/>
          </a:solidFill>
          <a:latin typeface="Source Sans Pro ExtraLight"/>
          <a:ea typeface="+mj-ea"/>
          <a:cs typeface="Source Sans Pro ExtraLight"/>
        </a:defRPr>
      </a:lvl1pPr>
    </p:titleStyle>
    <p:bodyStyle>
      <a:lvl1pPr marL="0" indent="0" algn="l" defTabSz="914316" rtl="0" eaLnBrk="1" latinLnBrk="0" hangingPunct="1">
        <a:spcBef>
          <a:spcPct val="20000"/>
        </a:spcBef>
        <a:buFont typeface="Arial"/>
        <a:buNone/>
        <a:defRPr sz="4799" kern="1200">
          <a:solidFill>
            <a:schemeClr val="tx2"/>
          </a:solidFill>
          <a:latin typeface="Source Sans Pro ExtraLight"/>
          <a:ea typeface="+mn-ea"/>
          <a:cs typeface="Source Sans Pro ExtraLight"/>
        </a:defRPr>
      </a:lvl1pPr>
      <a:lvl2pPr marL="914316" indent="0" algn="l" defTabSz="914316" rtl="0" eaLnBrk="1" latinLnBrk="0" hangingPunct="1">
        <a:spcBef>
          <a:spcPct val="20000"/>
        </a:spcBef>
        <a:buFont typeface="Arial"/>
        <a:buNone/>
        <a:defRPr sz="3600" kern="1200">
          <a:solidFill>
            <a:schemeClr val="tx2"/>
          </a:solidFill>
          <a:latin typeface="Source Sans Pro ExtraLight"/>
          <a:ea typeface="+mn-ea"/>
          <a:cs typeface="Source Sans Pro ExtraLight"/>
        </a:defRPr>
      </a:lvl2pPr>
      <a:lvl3pPr marL="1828633" indent="0" algn="l" defTabSz="914316" rtl="0" eaLnBrk="1" latinLnBrk="0" hangingPunct="1">
        <a:spcBef>
          <a:spcPct val="20000"/>
        </a:spcBef>
        <a:buFont typeface="Arial"/>
        <a:buNone/>
        <a:defRPr sz="3225" kern="1200">
          <a:solidFill>
            <a:schemeClr val="tx2"/>
          </a:solidFill>
          <a:latin typeface="Source Sans Pro ExtraLight"/>
          <a:ea typeface="+mn-ea"/>
          <a:cs typeface="Source Sans Pro ExtraLight"/>
        </a:defRPr>
      </a:lvl3pPr>
      <a:lvl4pPr marL="2742948" indent="0" algn="l" defTabSz="914316" rtl="0" eaLnBrk="1" latinLnBrk="0" hangingPunct="1">
        <a:spcBef>
          <a:spcPct val="20000"/>
        </a:spcBef>
        <a:buFont typeface="Arial"/>
        <a:buNone/>
        <a:defRPr sz="2775" kern="1200">
          <a:solidFill>
            <a:schemeClr val="tx2"/>
          </a:solidFill>
          <a:latin typeface="Source Sans Pro ExtraLight"/>
          <a:ea typeface="+mn-ea"/>
          <a:cs typeface="Source Sans Pro ExtraLight"/>
        </a:defRPr>
      </a:lvl4pPr>
      <a:lvl5pPr marL="3657265" indent="0" algn="l" defTabSz="914316" rtl="0" eaLnBrk="1" latinLnBrk="0" hangingPunct="1">
        <a:spcBef>
          <a:spcPct val="20000"/>
        </a:spcBef>
        <a:buFont typeface="Arial"/>
        <a:buNone/>
        <a:defRPr sz="2775" kern="1200">
          <a:solidFill>
            <a:schemeClr val="tx2"/>
          </a:solidFill>
          <a:latin typeface="Source Sans Pro ExtraLight"/>
          <a:ea typeface="+mn-ea"/>
          <a:cs typeface="Source Sans Pro ExtraLight"/>
        </a:defRPr>
      </a:lvl5pPr>
      <a:lvl6pPr marL="5028739" indent="-457159" algn="l" defTabSz="914316" rtl="0" eaLnBrk="1" latinLnBrk="0" hangingPunct="1">
        <a:spcBef>
          <a:spcPct val="20000"/>
        </a:spcBef>
        <a:buFont typeface="Arial"/>
        <a:buChar char="•"/>
        <a:defRPr sz="3974" kern="1200">
          <a:solidFill>
            <a:schemeClr val="tx1"/>
          </a:solidFill>
          <a:latin typeface="+mn-lt"/>
          <a:ea typeface="+mn-ea"/>
          <a:cs typeface="+mn-cs"/>
        </a:defRPr>
      </a:lvl6pPr>
      <a:lvl7pPr marL="5943054" indent="-457159" algn="l" defTabSz="914316" rtl="0" eaLnBrk="1" latinLnBrk="0" hangingPunct="1">
        <a:spcBef>
          <a:spcPct val="20000"/>
        </a:spcBef>
        <a:buFont typeface="Arial"/>
        <a:buChar char="•"/>
        <a:defRPr sz="3974" kern="1200">
          <a:solidFill>
            <a:schemeClr val="tx1"/>
          </a:solidFill>
          <a:latin typeface="+mn-lt"/>
          <a:ea typeface="+mn-ea"/>
          <a:cs typeface="+mn-cs"/>
        </a:defRPr>
      </a:lvl7pPr>
      <a:lvl8pPr marL="6857371" indent="-457159" algn="l" defTabSz="914316" rtl="0" eaLnBrk="1" latinLnBrk="0" hangingPunct="1">
        <a:spcBef>
          <a:spcPct val="20000"/>
        </a:spcBef>
        <a:buFont typeface="Arial"/>
        <a:buChar char="•"/>
        <a:defRPr sz="3974" kern="1200">
          <a:solidFill>
            <a:schemeClr val="tx1"/>
          </a:solidFill>
          <a:latin typeface="+mn-lt"/>
          <a:ea typeface="+mn-ea"/>
          <a:cs typeface="+mn-cs"/>
        </a:defRPr>
      </a:lvl8pPr>
      <a:lvl9pPr marL="7771687" indent="-457159" algn="l" defTabSz="914316" rtl="0" eaLnBrk="1" latinLnBrk="0" hangingPunct="1">
        <a:spcBef>
          <a:spcPct val="20000"/>
        </a:spcBef>
        <a:buFont typeface="Arial"/>
        <a:buChar char="•"/>
        <a:defRPr sz="39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16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33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948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265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581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897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214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530" algn="l" defTabSz="91431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5" Type="http://schemas.openxmlformats.org/officeDocument/2006/relationships/image" Target="../media/image6.jp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5" Type="http://schemas.openxmlformats.org/officeDocument/2006/relationships/image" Target="../media/image6.jp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tags" Target="../tags/tag6.xml"/><Relationship Id="rId7" Type="http://schemas.openxmlformats.org/officeDocument/2006/relationships/image" Target="../media/image11.jp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0.jpg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7.xml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6.jp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4.jpg"/><Relationship Id="rId5" Type="http://schemas.openxmlformats.org/officeDocument/2006/relationships/image" Target="../media/image13.gif"/><Relationship Id="rId4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14.jpg"/><Relationship Id="rId18" Type="http://schemas.openxmlformats.org/officeDocument/2006/relationships/image" Target="../media/image6.jp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6.jpg"/><Relationship Id="rId17" Type="http://schemas.openxmlformats.org/officeDocument/2006/relationships/image" Target="../media/image19.jpg"/><Relationship Id="rId2" Type="http://schemas.openxmlformats.org/officeDocument/2006/relationships/tags" Target="../tags/tag12.xml"/><Relationship Id="rId16" Type="http://schemas.openxmlformats.org/officeDocument/2006/relationships/image" Target="../media/image13.gi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15.jpg"/><Relationship Id="rId5" Type="http://schemas.openxmlformats.org/officeDocument/2006/relationships/tags" Target="../tags/tag15.xml"/><Relationship Id="rId15" Type="http://schemas.openxmlformats.org/officeDocument/2006/relationships/image" Target="../media/image18.jpg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white">
          <a:xfrm>
            <a:off x="0" y="8839200"/>
            <a:ext cx="18288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4800" kern="0">
                <a:solidFill>
                  <a:srgbClr val="FF0000"/>
                </a:solidFill>
              </a:rPr>
              <a:t>MARXIST – LENINIST POLITICAL ECONOMICS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14350" y="10210800"/>
            <a:ext cx="1767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  <a:defRPr/>
            </a:pPr>
            <a:r>
              <a:rPr lang="en-US" altLang="en-US" sz="5600" b="1" kern="0">
                <a:solidFill>
                  <a:schemeClr val="accent1"/>
                </a:solidFill>
              </a:rPr>
              <a:t>CHƯƠNG 1. ĐỐI TƯỢNG NGHIÊN CỨU, PHƯƠNG PHÁP NGHIÊN CỨU VÀ CHỨC NĂNG CỦA KINH TẾ CHÍNH TRỊ</a:t>
            </a:r>
          </a:p>
          <a:p>
            <a:pPr marL="0" indent="0" algn="ctr" eaLnBrk="1" hangingPunct="1">
              <a:lnSpc>
                <a:spcPct val="150000"/>
              </a:lnSpc>
              <a:buNone/>
              <a:defRPr/>
            </a:pPr>
            <a:r>
              <a:rPr lang="en-US" altLang="en-US" sz="4000" b="1" kern="0">
                <a:solidFill>
                  <a:schemeClr val="accent1"/>
                </a:solidFill>
              </a:rPr>
              <a:t>TS.GVC. NGUYỄN QUỐC TOÀN</a:t>
            </a:r>
          </a:p>
        </p:txBody>
      </p:sp>
      <p:pic>
        <p:nvPicPr>
          <p:cNvPr id="410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1" y="2590800"/>
            <a:ext cx="51244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90800"/>
            <a:ext cx="533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2590800"/>
            <a:ext cx="5486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Rectangle 7"/>
          <p:cNvSpPr>
            <a:spLocks noChangeArrowheads="1"/>
          </p:cNvSpPr>
          <p:nvPr/>
        </p:nvSpPr>
        <p:spPr bwMode="auto">
          <a:xfrm>
            <a:off x="1288227" y="780871"/>
            <a:ext cx="1574245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7200" b="1">
                <a:solidFill>
                  <a:srgbClr val="1E3453"/>
                </a:solidFill>
                <a:cs typeface="Arial" panose="020B0604020202020204" pitchFamily="34" charset="0"/>
              </a:rPr>
              <a:t>TRƯỜNG ĐH BÁCH KHOA TP. HCM</a:t>
            </a:r>
            <a:endParaRPr lang="en-US" altLang="en-US" sz="7200">
              <a:solidFill>
                <a:srgbClr val="1E345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34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D57FAB3-4CE4-DA1D-BB69-C77063279019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0">
            <a:extLst>
              <a:ext uri="{FF2B5EF4-FFF2-40B4-BE49-F238E27FC236}">
                <a16:creationId xmlns:a16="http://schemas.microsoft.com/office/drawing/2014/main" id="{DA5E2EC8-82C8-D1B8-4020-309A90A4BFA3}"/>
              </a:ext>
            </a:extLst>
          </p:cNvPr>
          <p:cNvSpPr txBox="1">
            <a:spLocks/>
          </p:cNvSpPr>
          <p:nvPr/>
        </p:nvSpPr>
        <p:spPr>
          <a:xfrm>
            <a:off x="9372747" y="6140570"/>
            <a:ext cx="7162645" cy="3570649"/>
          </a:xfrm>
          <a:prstGeom prst="rect">
            <a:avLst/>
          </a:prstGeom>
        </p:spPr>
        <p:txBody>
          <a:bodyPr vert="horz" wrap="square" lIns="68571" tIns="34286" rIns="68571" bIns="34286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6000" b="1">
                <a:solidFill>
                  <a:srgbClr val="002060"/>
                </a:solidFill>
              </a:rPr>
              <a:t>Nguyễn Quốc Toàn</a:t>
            </a:r>
            <a:endParaRPr lang="vi-VN" sz="6000" b="1">
              <a:solidFill>
                <a:srgbClr val="002060"/>
              </a:solidFill>
            </a:endParaRP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6000" b="1">
                <a:solidFill>
                  <a:srgbClr val="002060"/>
                </a:solidFill>
              </a:rPr>
              <a:t>0965788084</a:t>
            </a:r>
            <a:endParaRPr lang="vi-VN" sz="6000" b="1">
              <a:solidFill>
                <a:srgbClr val="002060"/>
              </a:solidFill>
            </a:endParaRP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6000" b="1">
                <a:solidFill>
                  <a:srgbClr val="002060"/>
                </a:solidFill>
              </a:rPr>
              <a:t>toannq@hub.edu.vn</a:t>
            </a:r>
            <a:endParaRPr lang="vi-VN" sz="6000" b="1">
              <a:solidFill>
                <a:srgbClr val="00206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1B0D2D-E13F-2403-A3C3-7E21C9B60E8D}"/>
              </a:ext>
            </a:extLst>
          </p:cNvPr>
          <p:cNvCxnSpPr/>
          <p:nvPr/>
        </p:nvCxnSpPr>
        <p:spPr>
          <a:xfrm>
            <a:off x="8534399" y="4632381"/>
            <a:ext cx="0" cy="6569015"/>
          </a:xfrm>
          <a:prstGeom prst="line">
            <a:avLst/>
          </a:prstGeom>
          <a:ln w="3175" cmpd="sng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B0AFAD-8C5F-2617-9BA2-DE784215CD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9" y="2173754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THÔNG TIN GIẢNG VIÊN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pic>
        <p:nvPicPr>
          <p:cNvPr id="6" name="Graphic 5" descr="Brain in head with solid fill">
            <a:extLst>
              <a:ext uri="{FF2B5EF4-FFF2-40B4-BE49-F238E27FC236}">
                <a16:creationId xmlns:a16="http://schemas.microsoft.com/office/drawing/2014/main" id="{4FAB3657-DDCD-3E66-2B1C-6F352BA21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1" y="5105400"/>
            <a:ext cx="3657598" cy="502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40431-A2C6-4558-B52A-5C3F59229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8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FDC885-B280-BDAF-F8D2-B297AAC10207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20">
            <a:extLst>
              <a:ext uri="{FF2B5EF4-FFF2-40B4-BE49-F238E27FC236}">
                <a16:creationId xmlns:a16="http://schemas.microsoft.com/office/drawing/2014/main" id="{F55D32D6-8312-8629-7C2C-F2CC345DC478}"/>
              </a:ext>
            </a:extLst>
          </p:cNvPr>
          <p:cNvSpPr txBox="1">
            <a:spLocks/>
          </p:cNvSpPr>
          <p:nvPr/>
        </p:nvSpPr>
        <p:spPr>
          <a:xfrm>
            <a:off x="8001148" y="4570174"/>
            <a:ext cx="9524847" cy="6711445"/>
          </a:xfrm>
          <a:prstGeom prst="rect">
            <a:avLst/>
          </a:prstGeom>
        </p:spPr>
        <p:txBody>
          <a:bodyPr vert="horz" wrap="square" lIns="68571" tIns="34286" rIns="68571" bIns="34286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4800" b="1" dirty="0">
                <a:solidFill>
                  <a:srgbClr val="002060"/>
                </a:solidFill>
              </a:rPr>
              <a:t>XEM ĐẦY ĐỦ VÀ TRỌN VẸN CÁC VIDEO CÓ TRÊN LMS</a:t>
            </a: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4800" b="1" dirty="0">
                <a:solidFill>
                  <a:srgbClr val="002060"/>
                </a:solidFill>
              </a:rPr>
              <a:t>LÀM ĐẦY ĐỦ VÀ TRỌN VEN CÁC QUIZ VÀ TEST TRÊN LMS</a:t>
            </a: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4800" b="1" dirty="0">
                <a:solidFill>
                  <a:srgbClr val="002060"/>
                </a:solidFill>
              </a:rPr>
              <a:t>RẤT CẨN THẬN DEADLINE CÁC NHIỆM VỤ: KIỂM TRA GIỮA KỲ, BT LỚN, BLENDED LEARNING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2D91DB-5F14-3102-E16E-336DEF300530}"/>
              </a:ext>
            </a:extLst>
          </p:cNvPr>
          <p:cNvCxnSpPr/>
          <p:nvPr/>
        </p:nvCxnSpPr>
        <p:spPr>
          <a:xfrm>
            <a:off x="7924800" y="4632381"/>
            <a:ext cx="0" cy="6569015"/>
          </a:xfrm>
          <a:prstGeom prst="line">
            <a:avLst/>
          </a:prstGeom>
          <a:ln w="3175" cmpd="sng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C600A94-A40D-79AF-459C-26328B1F998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9" y="2173754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 dirty="0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NGUYÊN TẮC BẮT BUỘC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0B2B9916-16B5-6CD6-2CFD-CBD7296AE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400" y="5410200"/>
            <a:ext cx="3581400" cy="4800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1E19CF-8D14-46FA-9576-27CD450D4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DC7B82-E681-F7A6-9053-34F375F46B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auto">
          <a:xfrm>
            <a:off x="3048000" y="3581402"/>
            <a:ext cx="11811000" cy="914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C48C-E8F8-A864-51E0-DDA39BF8ADC9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19C98C-1117-738A-AACA-2B525979CD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9" y="2173754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TÀI LIỆU BẮT BUỘC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78698-9BBE-4017-84EB-4EA3FB32D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4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6C42F9-0B11-3931-EC08-365368E155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3" y="4930473"/>
            <a:ext cx="4949410" cy="3293606"/>
          </a:xfrm>
          <a:prstGeom prst="roundRect">
            <a:avLst>
              <a:gd name="adj" fmla="val 8952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BFB3C5-A1B6-2B1D-27D0-76190B0CEDC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646718" y="8658677"/>
            <a:ext cx="4210483" cy="1373280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pt-BR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QUÁ TRÌNH HÌNH THÀNH VÀ PHÁT TRIỂN</a:t>
            </a:r>
            <a:endParaRPr lang="en-US" sz="2700" b="1" dirty="0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862E2-5F14-DDFA-3686-F44298EA5C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38761" y="8658677"/>
            <a:ext cx="4210483" cy="1373280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ĐỐI TƯỢNG VÀ PHƯƠNG PHÁP NGHIÊN CỨU</a:t>
            </a:r>
            <a:endParaRPr lang="en-US" sz="2700" b="1" dirty="0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D13F6-41B4-72B5-46F1-D5EA96EE501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437917" y="8658677"/>
            <a:ext cx="4210483" cy="1408033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pt-BR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CHỨC NĂNG CỦA KINH TẾ CHÍNH TRỊ MÁC - LÊNIN</a:t>
            </a:r>
            <a:endParaRPr lang="en-US" sz="2700" b="1" dirty="0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7B5F1-0EA3-BD74-1836-3DB332FB6BA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99" y="2455552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NỘI DUNG CHƯƠNG 1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5DBEE-626B-8B9F-7392-8DDB711BFE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854" y="4931598"/>
            <a:ext cx="4949410" cy="3291357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5554FA-7F9D-26B7-81D1-D330FD8436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8455" y="4931596"/>
            <a:ext cx="4949408" cy="3292482"/>
          </a:xfrm>
          <a:custGeom>
            <a:avLst/>
            <a:gdLst>
              <a:gd name="connsiteX0" fmla="*/ 203472 w 3300035"/>
              <a:gd name="connsiteY0" fmla="*/ 0 h 2272935"/>
              <a:gd name="connsiteX1" fmla="*/ 3096562 w 3300035"/>
              <a:gd name="connsiteY1" fmla="*/ 0 h 2272935"/>
              <a:gd name="connsiteX2" fmla="*/ 3300035 w 3300035"/>
              <a:gd name="connsiteY2" fmla="*/ 203473 h 2272935"/>
              <a:gd name="connsiteX3" fmla="*/ 3300035 w 3300035"/>
              <a:gd name="connsiteY3" fmla="*/ 2069463 h 2272935"/>
              <a:gd name="connsiteX4" fmla="*/ 3137569 w 3300035"/>
              <a:gd name="connsiteY4" fmla="*/ 2268802 h 2272935"/>
              <a:gd name="connsiteX5" fmla="*/ 3096572 w 3300035"/>
              <a:gd name="connsiteY5" fmla="*/ 2272935 h 2272935"/>
              <a:gd name="connsiteX6" fmla="*/ 203462 w 3300035"/>
              <a:gd name="connsiteY6" fmla="*/ 2272935 h 2272935"/>
              <a:gd name="connsiteX7" fmla="*/ 162465 w 3300035"/>
              <a:gd name="connsiteY7" fmla="*/ 2268802 h 2272935"/>
              <a:gd name="connsiteX8" fmla="*/ 15989 w 3300035"/>
              <a:gd name="connsiteY8" fmla="*/ 2148664 h 2272935"/>
              <a:gd name="connsiteX9" fmla="*/ 0 w 3300035"/>
              <a:gd name="connsiteY9" fmla="*/ 2069468 h 2272935"/>
              <a:gd name="connsiteX10" fmla="*/ 0 w 3300035"/>
              <a:gd name="connsiteY10" fmla="*/ 203468 h 2272935"/>
              <a:gd name="connsiteX11" fmla="*/ 15989 w 3300035"/>
              <a:gd name="connsiteY11" fmla="*/ 124272 h 2272935"/>
              <a:gd name="connsiteX12" fmla="*/ 203472 w 3300035"/>
              <a:gd name="connsiteY12" fmla="*/ 0 h 227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0035" h="2272935">
                <a:moveTo>
                  <a:pt x="203472" y="0"/>
                </a:moveTo>
                <a:lnTo>
                  <a:pt x="3096562" y="0"/>
                </a:lnTo>
                <a:cubicBezTo>
                  <a:pt x="3208937" y="0"/>
                  <a:pt x="3300035" y="91098"/>
                  <a:pt x="3300035" y="203473"/>
                </a:cubicBezTo>
                <a:lnTo>
                  <a:pt x="3300035" y="2069463"/>
                </a:lnTo>
                <a:cubicBezTo>
                  <a:pt x="3300035" y="2167791"/>
                  <a:pt x="3230288" y="2249829"/>
                  <a:pt x="3137569" y="2268802"/>
                </a:cubicBezTo>
                <a:lnTo>
                  <a:pt x="3096572" y="2272935"/>
                </a:lnTo>
                <a:lnTo>
                  <a:pt x="203462" y="2272935"/>
                </a:lnTo>
                <a:lnTo>
                  <a:pt x="162465" y="2268802"/>
                </a:lnTo>
                <a:cubicBezTo>
                  <a:pt x="96237" y="2255250"/>
                  <a:pt x="41730" y="2209522"/>
                  <a:pt x="15989" y="2148664"/>
                </a:cubicBezTo>
                <a:lnTo>
                  <a:pt x="0" y="2069468"/>
                </a:lnTo>
                <a:lnTo>
                  <a:pt x="0" y="203468"/>
                </a:lnTo>
                <a:lnTo>
                  <a:pt x="15989" y="124272"/>
                </a:lnTo>
                <a:cubicBezTo>
                  <a:pt x="46878" y="51243"/>
                  <a:pt x="119191" y="0"/>
                  <a:pt x="203472" y="0"/>
                </a:cubicBezTo>
                <a:close/>
              </a:path>
            </a:pathLst>
          </a:cu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04D1BA-6E52-F753-D59B-9E2ACB7A3073}"/>
              </a:ext>
            </a:extLst>
          </p:cNvPr>
          <p:cNvCxnSpPr>
            <a:cxnSpLocks/>
          </p:cNvCxnSpPr>
          <p:nvPr/>
        </p:nvCxnSpPr>
        <p:spPr>
          <a:xfrm>
            <a:off x="7855554" y="3575043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FC006B1-89C1-4DBE-A2B7-548FACE92F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3" y="508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3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1F722-E50A-A282-B9FB-E5B2745636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9" y="2133600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SỰ HÌNH THÀNH VÀ PHÁT TRIỂN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2388F1-BEF5-F73B-1429-0EBBBEB7BB23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3BF9ABF-B665-D506-CD6C-03D6153D1B8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86000" y="9251782"/>
            <a:ext cx="5397233" cy="1831226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vi-VN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Antoine Montchrestien</a:t>
            </a:r>
            <a:endParaRPr lang="en-US" sz="2700" b="1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(1575 – 1621)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Đề xuất môn </a:t>
            </a:r>
            <a:r>
              <a:rPr lang="vi-VN" sz="2700" b="1" i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kinh tế</a:t>
            </a:r>
            <a:r>
              <a:rPr lang="en-US" sz="2700" b="1" i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 </a:t>
            </a:r>
            <a:r>
              <a:rPr lang="vi-VN" sz="2700" b="1" i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chính trị</a:t>
            </a:r>
            <a:r>
              <a:rPr lang="vi-VN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 </a:t>
            </a: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vào </a:t>
            </a:r>
            <a:r>
              <a:rPr lang="vi-VN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năm 1615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7D5644-DABA-6064-7F90-6F6772E11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575" y="5465900"/>
            <a:ext cx="2618900" cy="3408960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895D73-2B23-6CEB-BF1A-9B9FDD07F93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538473" y="9251781"/>
            <a:ext cx="4210483" cy="2254419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Adam Smith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(1723 – 1790)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 i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Kinh tế chính trị </a:t>
            </a: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thực sự trở thành một môn khoa học</a:t>
            </a:r>
            <a:endParaRPr lang="en-US" sz="2700" b="1" dirty="0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397D92-0504-3E50-56A6-029AD074D4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593" y="5524702"/>
            <a:ext cx="3291357" cy="3291357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sp>
        <p:nvSpPr>
          <p:cNvPr id="16" name="Right Arrow 1">
            <a:extLst>
              <a:ext uri="{FF2B5EF4-FFF2-40B4-BE49-F238E27FC236}">
                <a16:creationId xmlns:a16="http://schemas.microsoft.com/office/drawing/2014/main" id="{604C36C2-0866-4D6F-1D7D-E41C6EE0982A}"/>
              </a:ext>
            </a:extLst>
          </p:cNvPr>
          <p:cNvSpPr/>
          <p:nvPr/>
        </p:nvSpPr>
        <p:spPr>
          <a:xfrm>
            <a:off x="7407733" y="6651108"/>
            <a:ext cx="2421978" cy="1257136"/>
          </a:xfrm>
          <a:prstGeom prst="rightArrow">
            <a:avLst/>
          </a:prstGeom>
          <a:solidFill>
            <a:srgbClr val="52B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>
              <a:solidFill>
                <a:srgbClr val="00206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DE6291-9980-4F9B-A148-C10AEC4F7F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3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4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E1C4E7-E845-285C-5A7B-6D871A29573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9" y="2133600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SỰ HÌNH THÀNH VÀ PHÁT TRIỂN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E02B53-87FD-3556-C78F-38FBB1F49DEA}"/>
              </a:ext>
            </a:extLst>
          </p:cNvPr>
          <p:cNvCxnSpPr>
            <a:cxnSpLocks/>
          </p:cNvCxnSpPr>
          <p:nvPr/>
        </p:nvCxnSpPr>
        <p:spPr>
          <a:xfrm>
            <a:off x="7855554" y="3124200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EB4802-5A04-3863-592C-1076C4DFB43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60495" y="9848638"/>
            <a:ext cx="3234723" cy="984841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Thomas Mun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vi-VN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Montchrestien</a:t>
            </a:r>
            <a:endParaRPr lang="en-US" sz="2700" b="1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14C3A-CABE-AAC7-2235-7EB749E094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6485353"/>
            <a:ext cx="1584678" cy="3282648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D2CCD5-1E01-2CAB-5ED6-7F6FB7B186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14801" y="9838010"/>
            <a:ext cx="3291357" cy="984841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François Quesnay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CA45F3-8E35-46B5-5EE0-80AF74382F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620" y="6485353"/>
            <a:ext cx="2131269" cy="3297474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9AB1B7-8FCF-CA3E-4C78-B7AC2CF83A4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497583" y="9853031"/>
            <a:ext cx="4304017" cy="1408033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Adam Smith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David Ricardo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William Petty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79E400-4CE0-71B2-13C0-EBF4AFC4C09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184" y="6485354"/>
            <a:ext cx="1934882" cy="3282647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1F57EF-9F8A-B62A-08C1-6CEB646F6BD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4350779" y="9869567"/>
            <a:ext cx="3234724" cy="1408033"/>
          </a:xfrm>
          <a:prstGeom prst="rect">
            <a:avLst/>
          </a:prstGeom>
          <a:noFill/>
        </p:spPr>
        <p:txBody>
          <a:bodyPr wrap="square" lIns="137115" tIns="68558" rIns="137115" bIns="68558" rtlCol="0">
            <a:spAutoFit/>
          </a:bodyPr>
          <a:lstStyle/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Karl Marx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Friedrich Engels</a:t>
            </a:r>
          </a:p>
          <a:p>
            <a:pPr algn="ctr" defTabSz="1371406">
              <a:lnSpc>
                <a:spcPts val="3300"/>
              </a:lnSpc>
              <a:defRPr/>
            </a:pPr>
            <a:r>
              <a:rPr lang="en-US" sz="2700" b="1">
                <a:solidFill>
                  <a:srgbClr val="002060"/>
                </a:solidFill>
                <a:latin typeface="Tahoma" panose="020B0604030504040204" pitchFamily="34" charset="0"/>
                <a:cs typeface="Lato Light"/>
              </a:rPr>
              <a:t>Lenin</a:t>
            </a:r>
            <a:endParaRPr lang="en-US" sz="2700" b="1" dirty="0">
              <a:solidFill>
                <a:srgbClr val="002060"/>
              </a:solidFill>
              <a:latin typeface="Tahoma" panose="020B0604030504040204" pitchFamily="34" charset="0"/>
              <a:cs typeface="Lato Ligh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EC9E9E-6B91-5FC1-F491-D31B7DBF8F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0753" y="6476644"/>
            <a:ext cx="3291357" cy="3291357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sp>
        <p:nvSpPr>
          <p:cNvPr id="19" name="TextBox 116">
            <a:extLst>
              <a:ext uri="{FF2B5EF4-FFF2-40B4-BE49-F238E27FC236}">
                <a16:creationId xmlns:a16="http://schemas.microsoft.com/office/drawing/2014/main" id="{D9C565FE-45F0-8C55-6101-5E652D38C07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60495" y="5609459"/>
            <a:ext cx="323472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defTabSz="1371406" eaLnBrk="1" hangingPunct="1">
              <a:defRPr/>
            </a:pPr>
            <a:r>
              <a:rPr lang="en-US" sz="2100" b="1">
                <a:solidFill>
                  <a:srgbClr val="002060"/>
                </a:solidFill>
                <a:latin typeface="Tahoma" panose="020B0604030504040204" pitchFamily="34" charset="0"/>
                <a:cs typeface="Roboto Regular"/>
              </a:rPr>
              <a:t>CN TRỌNG THƯƠNG</a:t>
            </a:r>
          </a:p>
          <a:p>
            <a:pPr algn="ctr" defTabSz="1371406" eaLnBrk="1" hangingPunct="1">
              <a:defRPr/>
            </a:pPr>
            <a:r>
              <a:rPr lang="en-US" sz="2100" b="1">
                <a:solidFill>
                  <a:srgbClr val="002060"/>
                </a:solidFill>
                <a:latin typeface="Tahoma" panose="020B0604030504040204" pitchFamily="34" charset="0"/>
                <a:cs typeface="Roboto Regular"/>
              </a:rPr>
              <a:t>XV – CUỐI XVII</a:t>
            </a:r>
            <a:endParaRPr lang="en-US" sz="2100">
              <a:solidFill>
                <a:srgbClr val="002060"/>
              </a:solidFill>
              <a:latin typeface="Tahoma" panose="020B0604030504040204" pitchFamily="34" charset="0"/>
              <a:cs typeface="Roboto Regular"/>
            </a:endParaRPr>
          </a:p>
        </p:txBody>
      </p:sp>
      <p:sp>
        <p:nvSpPr>
          <p:cNvPr id="20" name="TextBox 116">
            <a:extLst>
              <a:ext uri="{FF2B5EF4-FFF2-40B4-BE49-F238E27FC236}">
                <a16:creationId xmlns:a16="http://schemas.microsoft.com/office/drawing/2014/main" id="{3DB04AD8-72A4-E5E7-3882-6C6FAE43A449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114800" y="5438032"/>
            <a:ext cx="3234723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defTabSz="1371406" eaLnBrk="1" hangingPunct="1">
              <a:defRPr/>
            </a:pPr>
            <a:r>
              <a:rPr lang="en-US" sz="2100" b="1">
                <a:solidFill>
                  <a:srgbClr val="002060"/>
                </a:solidFill>
                <a:latin typeface="Tahoma" panose="020B0604030504040204" pitchFamily="34" charset="0"/>
                <a:cs typeface="Roboto Regular"/>
              </a:rPr>
              <a:t>CN TRỌNG NÔNG</a:t>
            </a:r>
          </a:p>
          <a:p>
            <a:pPr algn="ctr" defTabSz="1371406" eaLnBrk="1" hangingPunct="1">
              <a:defRPr/>
            </a:pPr>
            <a:r>
              <a:rPr lang="en-US" sz="2100" b="1">
                <a:solidFill>
                  <a:srgbClr val="002060"/>
                </a:solidFill>
                <a:latin typeface="Tahoma" panose="020B0604030504040204" pitchFamily="34" charset="0"/>
                <a:cs typeface="Roboto Regular"/>
              </a:rPr>
              <a:t>GIỮA XVII – ĐẦU XVIII</a:t>
            </a:r>
            <a:endParaRPr lang="en-US" sz="2100">
              <a:solidFill>
                <a:srgbClr val="002060"/>
              </a:solidFill>
              <a:latin typeface="Tahoma" panose="020B0604030504040204" pitchFamily="34" charset="0"/>
              <a:cs typeface="Roboto Regular"/>
            </a:endParaRPr>
          </a:p>
        </p:txBody>
      </p:sp>
      <p:sp>
        <p:nvSpPr>
          <p:cNvPr id="21" name="TextBox 116">
            <a:extLst>
              <a:ext uri="{FF2B5EF4-FFF2-40B4-BE49-F238E27FC236}">
                <a16:creationId xmlns:a16="http://schemas.microsoft.com/office/drawing/2014/main" id="{04C77DAE-D737-F7B0-B2B3-DB49C331DDD0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920474" y="5438032"/>
            <a:ext cx="3234723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defTabSz="1371406" eaLnBrk="1" hangingPunct="1">
              <a:defRPr/>
            </a:pPr>
            <a:r>
              <a:rPr lang="en-US" sz="2100" b="1">
                <a:solidFill>
                  <a:srgbClr val="002060"/>
                </a:solidFill>
                <a:latin typeface="Tahoma" panose="020B0604030504040204" pitchFamily="34" charset="0"/>
                <a:cs typeface="Roboto Regular"/>
              </a:rPr>
              <a:t>KTCT TƯ SẢN CỔ ĐIỂN ANH (GIỮA XVII – CUỐI XVIII)</a:t>
            </a:r>
            <a:endParaRPr lang="en-US" sz="2100">
              <a:solidFill>
                <a:srgbClr val="002060"/>
              </a:solidFill>
              <a:latin typeface="Tahoma" panose="020B0604030504040204" pitchFamily="34" charset="0"/>
              <a:cs typeface="Roboto Regular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53B1D8-CEAC-A37A-A767-D0A5EB0679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916" y="6485354"/>
            <a:ext cx="1898771" cy="3282647"/>
          </a:xfrm>
          <a:prstGeom prst="rect">
            <a:avLst/>
          </a:prstGeom>
        </p:spPr>
      </p:pic>
      <p:sp>
        <p:nvSpPr>
          <p:cNvPr id="23" name="TextBox 116">
            <a:extLst>
              <a:ext uri="{FF2B5EF4-FFF2-40B4-BE49-F238E27FC236}">
                <a16:creationId xmlns:a16="http://schemas.microsoft.com/office/drawing/2014/main" id="{994EC5EE-AE0A-4082-EAB6-9E8D6F1CD036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4350778" y="5666603"/>
            <a:ext cx="323472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defTabSz="1371406" eaLnBrk="1" hangingPunct="1">
              <a:defRPr/>
            </a:pPr>
            <a:r>
              <a:rPr lang="en-US" sz="2100" b="1">
                <a:solidFill>
                  <a:srgbClr val="002060"/>
                </a:solidFill>
                <a:latin typeface="Tahoma" panose="020B0604030504040204" pitchFamily="34" charset="0"/>
                <a:cs typeface="Roboto Regular"/>
              </a:rPr>
              <a:t>KTCT MÁC – LÊNIN (ĐẦU XIX – ĐẦU XX)</a:t>
            </a:r>
            <a:endParaRPr lang="en-US" sz="2100">
              <a:solidFill>
                <a:srgbClr val="002060"/>
              </a:solidFill>
              <a:latin typeface="Tahoma" panose="020B0604030504040204" pitchFamily="34" charset="0"/>
              <a:cs typeface="Roboto Regular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66D8EE-E752-1698-FF50-C5E860C108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908" y="6499861"/>
            <a:ext cx="1600709" cy="3268140"/>
          </a:xfrm>
          <a:custGeom>
            <a:avLst/>
            <a:gdLst>
              <a:gd name="connsiteX0" fmla="*/ 203473 w 3300036"/>
              <a:gd name="connsiteY0" fmla="*/ 0 h 2272936"/>
              <a:gd name="connsiteX1" fmla="*/ 3096563 w 3300036"/>
              <a:gd name="connsiteY1" fmla="*/ 0 h 2272936"/>
              <a:gd name="connsiteX2" fmla="*/ 3300036 w 3300036"/>
              <a:gd name="connsiteY2" fmla="*/ 203473 h 2272936"/>
              <a:gd name="connsiteX3" fmla="*/ 3300036 w 3300036"/>
              <a:gd name="connsiteY3" fmla="*/ 2069463 h 2272936"/>
              <a:gd name="connsiteX4" fmla="*/ 3096563 w 3300036"/>
              <a:gd name="connsiteY4" fmla="*/ 2272936 h 2272936"/>
              <a:gd name="connsiteX5" fmla="*/ 203473 w 3300036"/>
              <a:gd name="connsiteY5" fmla="*/ 2272936 h 2272936"/>
              <a:gd name="connsiteX6" fmla="*/ 0 w 3300036"/>
              <a:gd name="connsiteY6" fmla="*/ 2069463 h 2272936"/>
              <a:gd name="connsiteX7" fmla="*/ 0 w 3300036"/>
              <a:gd name="connsiteY7" fmla="*/ 203473 h 2272936"/>
              <a:gd name="connsiteX8" fmla="*/ 203473 w 3300036"/>
              <a:gd name="connsiteY8" fmla="*/ 0 h 2272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0036" h="2272936">
                <a:moveTo>
                  <a:pt x="203473" y="0"/>
                </a:moveTo>
                <a:lnTo>
                  <a:pt x="3096563" y="0"/>
                </a:lnTo>
                <a:cubicBezTo>
                  <a:pt x="3208938" y="0"/>
                  <a:pt x="3300036" y="91098"/>
                  <a:pt x="3300036" y="203473"/>
                </a:cubicBezTo>
                <a:lnTo>
                  <a:pt x="3300036" y="2069463"/>
                </a:lnTo>
                <a:cubicBezTo>
                  <a:pt x="3300036" y="2181838"/>
                  <a:pt x="3208938" y="2272936"/>
                  <a:pt x="3096563" y="2272936"/>
                </a:cubicBezTo>
                <a:lnTo>
                  <a:pt x="203473" y="2272936"/>
                </a:lnTo>
                <a:cubicBezTo>
                  <a:pt x="91098" y="2272936"/>
                  <a:pt x="0" y="2181838"/>
                  <a:pt x="0" y="2069463"/>
                </a:cubicBezTo>
                <a:lnTo>
                  <a:pt x="0" y="203473"/>
                </a:lnTo>
                <a:cubicBezTo>
                  <a:pt x="0" y="91098"/>
                  <a:pt x="91098" y="0"/>
                  <a:pt x="203473" y="0"/>
                </a:cubicBezTo>
                <a:close/>
              </a:path>
            </a:pathLst>
          </a:cu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9692FF-A5A8-EE56-56F5-6E05507C1E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199" y="6466449"/>
            <a:ext cx="2020663" cy="33015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1F3734-DB43-4E80-B8A3-5176D75D489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5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  <p:bldP spid="11" grpId="0"/>
      <p:bldP spid="17" grpId="0"/>
      <p:bldP spid="19" grpId="0"/>
      <p:bldP spid="20" grpId="0"/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84E453-F33A-BD45-6944-49865330E18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607365" y="2173754"/>
            <a:ext cx="13335001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ĐỐI TƯỢNG, MỤC ĐÍCH NGHIÊN CỨU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73DF18-CEF3-F75A-900F-5B3ECDCB758C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20">
            <a:extLst>
              <a:ext uri="{FF2B5EF4-FFF2-40B4-BE49-F238E27FC236}">
                <a16:creationId xmlns:a16="http://schemas.microsoft.com/office/drawing/2014/main" id="{89FC30B3-C039-957F-E2CD-6183F7E7A93A}"/>
              </a:ext>
            </a:extLst>
          </p:cNvPr>
          <p:cNvSpPr txBox="1">
            <a:spLocks/>
          </p:cNvSpPr>
          <p:nvPr/>
        </p:nvSpPr>
        <p:spPr>
          <a:xfrm>
            <a:off x="8001149" y="5232886"/>
            <a:ext cx="8581776" cy="6669638"/>
          </a:xfrm>
          <a:prstGeom prst="rect">
            <a:avLst/>
          </a:prstGeom>
        </p:spPr>
        <p:txBody>
          <a:bodyPr vert="horz" wrap="square" lIns="68571" tIns="34286" rIns="68571" bIns="34286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marL="428564" indent="-428564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3700" b="1" dirty="0">
                <a:solidFill>
                  <a:srgbClr val="002060"/>
                </a:solidFill>
              </a:rPr>
              <a:t>ĐỐI TƯỢNG: </a:t>
            </a:r>
            <a:r>
              <a:rPr lang="vi-VN" sz="3700" b="1" dirty="0">
                <a:solidFill>
                  <a:srgbClr val="002060"/>
                </a:solidFill>
              </a:rPr>
              <a:t>Các </a:t>
            </a:r>
            <a:r>
              <a:rPr lang="vi-VN" sz="3700" b="1" dirty="0">
                <a:solidFill>
                  <a:srgbClr val="FF0000"/>
                </a:solidFill>
                <a:highlight>
                  <a:srgbClr val="FFFF00"/>
                </a:highlight>
              </a:rPr>
              <a:t>quan hệ xã</a:t>
            </a:r>
            <a:r>
              <a:rPr lang="en-US" sz="3700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vi-VN" sz="3700" b="1" dirty="0">
                <a:solidFill>
                  <a:srgbClr val="FF0000"/>
                </a:solidFill>
                <a:highlight>
                  <a:srgbClr val="FFFF00"/>
                </a:highlight>
              </a:rPr>
              <a:t>hội giữa người với người trong sản xuất và trao đổi </a:t>
            </a:r>
            <a:r>
              <a:rPr lang="vi-VN" sz="3700" b="1" dirty="0">
                <a:solidFill>
                  <a:srgbClr val="002060"/>
                </a:solidFill>
              </a:rPr>
              <a:t>mà các quan hệ này được đặt</a:t>
            </a:r>
            <a:r>
              <a:rPr lang="en-US" sz="3700" b="1" dirty="0">
                <a:solidFill>
                  <a:srgbClr val="002060"/>
                </a:solidFill>
              </a:rPr>
              <a:t> </a:t>
            </a:r>
            <a:r>
              <a:rPr lang="vi-VN" sz="3700" b="1" dirty="0">
                <a:solidFill>
                  <a:srgbClr val="002060"/>
                </a:solidFill>
              </a:rPr>
              <a:t>trong sự liên hệ chặt chẽ với sự phát triển của lực lượng sản xuất và </a:t>
            </a:r>
            <a:r>
              <a:rPr lang="vi-VN" sz="3700" b="1" dirty="0">
                <a:solidFill>
                  <a:srgbClr val="002060"/>
                </a:solidFill>
                <a:highlight>
                  <a:srgbClr val="FFFF00"/>
                </a:highlight>
              </a:rPr>
              <a:t>kiến trúc</a:t>
            </a:r>
            <a:r>
              <a:rPr lang="en-US" sz="3700" b="1" dirty="0">
                <a:solidFill>
                  <a:srgbClr val="002060"/>
                </a:solidFill>
                <a:highlight>
                  <a:srgbClr val="FFFF00"/>
                </a:highlight>
              </a:rPr>
              <a:t> </a:t>
            </a:r>
            <a:r>
              <a:rPr lang="vi-VN" sz="3700" b="1" dirty="0">
                <a:solidFill>
                  <a:srgbClr val="002060"/>
                </a:solidFill>
                <a:highlight>
                  <a:srgbClr val="FFFF00"/>
                </a:highlight>
              </a:rPr>
              <a:t>thượng tầng </a:t>
            </a:r>
            <a:r>
              <a:rPr lang="vi-VN" sz="3700" b="1" dirty="0">
                <a:solidFill>
                  <a:srgbClr val="002060"/>
                </a:solidFill>
              </a:rPr>
              <a:t>tương ứng.</a:t>
            </a:r>
            <a:endParaRPr lang="en-US" sz="3700" b="1" dirty="0">
              <a:solidFill>
                <a:srgbClr val="002060"/>
              </a:solidFill>
            </a:endParaRPr>
          </a:p>
          <a:p>
            <a:pPr marL="428564" indent="-428564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3700" b="1" dirty="0">
                <a:solidFill>
                  <a:srgbClr val="002060"/>
                </a:solidFill>
              </a:rPr>
              <a:t>MỤC ĐÍCH: </a:t>
            </a:r>
            <a:r>
              <a:rPr lang="vi-VN" sz="3700" b="1" dirty="0">
                <a:solidFill>
                  <a:srgbClr val="002060"/>
                </a:solidFill>
              </a:rPr>
              <a:t>Khám phá các </a:t>
            </a:r>
            <a:r>
              <a:rPr lang="vi-VN" sz="3700" b="1" dirty="0">
                <a:solidFill>
                  <a:srgbClr val="FF0000"/>
                </a:solidFill>
                <a:highlight>
                  <a:srgbClr val="FFFF00"/>
                </a:highlight>
              </a:rPr>
              <a:t>quy luật kinh tế </a:t>
            </a:r>
            <a:r>
              <a:rPr lang="vi-VN" sz="3700" b="1" dirty="0">
                <a:solidFill>
                  <a:srgbClr val="002060"/>
                </a:solidFill>
              </a:rPr>
              <a:t>chi phối</a:t>
            </a:r>
            <a:r>
              <a:rPr lang="en-US" sz="3700" b="1" dirty="0">
                <a:solidFill>
                  <a:srgbClr val="002060"/>
                </a:solidFill>
              </a:rPr>
              <a:t> </a:t>
            </a:r>
            <a:r>
              <a:rPr lang="vi-VN" sz="3700" b="1" dirty="0">
                <a:solidFill>
                  <a:srgbClr val="002060"/>
                </a:solidFill>
              </a:rPr>
              <a:t>các quan hệ giữa người với người trong sản xuất và trao đổi</a:t>
            </a:r>
            <a:r>
              <a:rPr lang="en-US" sz="3700" b="1" dirty="0">
                <a:solidFill>
                  <a:srgbClr val="002060"/>
                </a:solidFill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2DA596-BB6C-C461-6140-FC912849E39E}"/>
              </a:ext>
            </a:extLst>
          </p:cNvPr>
          <p:cNvCxnSpPr/>
          <p:nvPr/>
        </p:nvCxnSpPr>
        <p:spPr>
          <a:xfrm>
            <a:off x="7315438" y="5165784"/>
            <a:ext cx="0" cy="6569015"/>
          </a:xfrm>
          <a:prstGeom prst="line">
            <a:avLst/>
          </a:prstGeom>
          <a:ln w="3175" cmpd="sng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31F7A6C-E0C3-F896-BD6B-EC8220FF2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68" y="5165780"/>
            <a:ext cx="5042877" cy="6569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779D90-FDD2-4088-8279-874A46E0F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8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98EB6-7655-610C-9D67-782AB0058A1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9" y="2173754"/>
            <a:ext cx="18285610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PHƯƠNG PHÁP NGHIÊN CỨU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E84ECF-11FD-F5C2-A6B4-F773AD05D8EB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20">
            <a:extLst>
              <a:ext uri="{FF2B5EF4-FFF2-40B4-BE49-F238E27FC236}">
                <a16:creationId xmlns:a16="http://schemas.microsoft.com/office/drawing/2014/main" id="{1C4A35D3-4129-3FDB-4F35-6F1FDACB1BFF}"/>
              </a:ext>
            </a:extLst>
          </p:cNvPr>
          <p:cNvSpPr txBox="1">
            <a:spLocks/>
          </p:cNvSpPr>
          <p:nvPr/>
        </p:nvSpPr>
        <p:spPr>
          <a:xfrm>
            <a:off x="8001149" y="6607459"/>
            <a:ext cx="8581776" cy="3220489"/>
          </a:xfrm>
          <a:prstGeom prst="rect">
            <a:avLst/>
          </a:prstGeom>
        </p:spPr>
        <p:txBody>
          <a:bodyPr vert="horz" wrap="square" lIns="68571" tIns="34286" rIns="68571" bIns="34286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marL="428564" indent="-428564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5400" b="1">
                <a:solidFill>
                  <a:srgbClr val="002060"/>
                </a:solidFill>
              </a:rPr>
              <a:t>Duy vật biện chứng;</a:t>
            </a:r>
          </a:p>
          <a:p>
            <a:pPr marL="428564" indent="-428564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5400" b="1">
                <a:solidFill>
                  <a:srgbClr val="002060"/>
                </a:solidFill>
              </a:rPr>
              <a:t>Logic lịch sử;</a:t>
            </a:r>
          </a:p>
          <a:p>
            <a:pPr marL="428564" indent="-428564"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5400" b="1">
                <a:solidFill>
                  <a:srgbClr val="FF0000"/>
                </a:solidFill>
                <a:highlight>
                  <a:srgbClr val="FFFF00"/>
                </a:highlight>
              </a:rPr>
              <a:t>Trừu tượng hóa khoa học;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236B9-0969-78C8-2366-C8B6353A94F0}"/>
              </a:ext>
            </a:extLst>
          </p:cNvPr>
          <p:cNvCxnSpPr/>
          <p:nvPr/>
        </p:nvCxnSpPr>
        <p:spPr>
          <a:xfrm>
            <a:off x="7315438" y="5932073"/>
            <a:ext cx="0" cy="4583527"/>
          </a:xfrm>
          <a:prstGeom prst="line">
            <a:avLst/>
          </a:prstGeom>
          <a:ln w="3175" cmpd="sng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7B5886-F53B-0725-C798-CB2974FEE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57" y="5932072"/>
            <a:ext cx="5728588" cy="4583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D0D10-DC90-46BE-A1FA-E49206F37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6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E72959-2C36-5CB0-8929-9B318DEEEC4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156789" y="2173754"/>
            <a:ext cx="13868401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71406">
              <a:defRPr/>
            </a:pPr>
            <a:r>
              <a:rPr lang="en-US" sz="4799" b="1">
                <a:solidFill>
                  <a:srgbClr val="002060"/>
                </a:solidFill>
                <a:latin typeface="Tahoma" panose="020B0604030504040204" pitchFamily="34" charset="0"/>
                <a:cs typeface="Lato Regular"/>
              </a:rPr>
              <a:t>CHỨC NĂNG CỦA KTCT MÁC - LÊNIN</a:t>
            </a:r>
            <a:endParaRPr lang="id-ID" sz="4799" b="1" dirty="0">
              <a:solidFill>
                <a:srgbClr val="002060"/>
              </a:solidFill>
              <a:latin typeface="Tahoma" panose="020B0604030504040204" pitchFamily="34" charset="0"/>
              <a:cs typeface="Lato Regular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DA00CA-9227-F1CB-F364-392A89E32388}"/>
              </a:ext>
            </a:extLst>
          </p:cNvPr>
          <p:cNvCxnSpPr>
            <a:cxnSpLocks/>
          </p:cNvCxnSpPr>
          <p:nvPr/>
        </p:nvCxnSpPr>
        <p:spPr>
          <a:xfrm>
            <a:off x="7855554" y="3143734"/>
            <a:ext cx="257689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36">
            <a:extLst>
              <a:ext uri="{FF2B5EF4-FFF2-40B4-BE49-F238E27FC236}">
                <a16:creationId xmlns:a16="http://schemas.microsoft.com/office/drawing/2014/main" id="{F75B4696-40BD-8D70-03D2-F84A659CFCF8}"/>
              </a:ext>
            </a:extLst>
          </p:cNvPr>
          <p:cNvSpPr/>
          <p:nvPr/>
        </p:nvSpPr>
        <p:spPr>
          <a:xfrm>
            <a:off x="2063425" y="5387604"/>
            <a:ext cx="7597408" cy="66563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4000" b="1">
                <a:solidFill>
                  <a:srgbClr val="002060"/>
                </a:solidFill>
                <a:latin typeface="Source Sans Pro ExtraLight"/>
                <a:cs typeface="Source Sans Pro ExtraLight"/>
              </a:rPr>
              <a:t>CHỨC NĂNG NHẬN THỨC</a:t>
            </a:r>
            <a:endParaRPr lang="en-US" sz="4000" b="1" dirty="0">
              <a:solidFill>
                <a:srgbClr val="002060"/>
              </a:solidFill>
              <a:latin typeface="Source Sans Pro ExtraLight"/>
              <a:cs typeface="Source Sans Pro ExtraLight"/>
            </a:endParaRPr>
          </a:p>
        </p:txBody>
      </p:sp>
      <p:sp>
        <p:nvSpPr>
          <p:cNvPr id="2" name="Rounded Rectangle 36">
            <a:extLst>
              <a:ext uri="{FF2B5EF4-FFF2-40B4-BE49-F238E27FC236}">
                <a16:creationId xmlns:a16="http://schemas.microsoft.com/office/drawing/2014/main" id="{C09214D6-488D-4A61-2F00-53330C800315}"/>
              </a:ext>
            </a:extLst>
          </p:cNvPr>
          <p:cNvSpPr/>
          <p:nvPr/>
        </p:nvSpPr>
        <p:spPr>
          <a:xfrm>
            <a:off x="2083303" y="6659814"/>
            <a:ext cx="7577530" cy="665643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4000" b="1">
                <a:solidFill>
                  <a:srgbClr val="002060"/>
                </a:solidFill>
                <a:latin typeface="Source Sans Pro ExtraLight"/>
                <a:cs typeface="Source Sans Pro ExtraLight"/>
              </a:rPr>
              <a:t>CHỨC NĂNG THỰC TIỄN</a:t>
            </a:r>
            <a:endParaRPr lang="en-US" sz="4000" b="1" dirty="0">
              <a:solidFill>
                <a:srgbClr val="002060"/>
              </a:solidFill>
              <a:latin typeface="Source Sans Pro ExtraLight"/>
              <a:cs typeface="Source Sans Pro ExtraLight"/>
            </a:endParaRPr>
          </a:p>
        </p:txBody>
      </p:sp>
      <p:sp>
        <p:nvSpPr>
          <p:cNvPr id="3" name="Rounded Rectangle 36">
            <a:extLst>
              <a:ext uri="{FF2B5EF4-FFF2-40B4-BE49-F238E27FC236}">
                <a16:creationId xmlns:a16="http://schemas.microsoft.com/office/drawing/2014/main" id="{865C74AA-74EA-8DD9-71DD-36E832A540F9}"/>
              </a:ext>
            </a:extLst>
          </p:cNvPr>
          <p:cNvSpPr/>
          <p:nvPr/>
        </p:nvSpPr>
        <p:spPr>
          <a:xfrm>
            <a:off x="2063425" y="7951902"/>
            <a:ext cx="7577530" cy="66564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4000" b="1">
                <a:solidFill>
                  <a:srgbClr val="002060"/>
                </a:solidFill>
                <a:latin typeface="Source Sans Pro ExtraLight"/>
                <a:cs typeface="Source Sans Pro ExtraLight"/>
              </a:rPr>
              <a:t>CHỨC NĂNG TƯ TƯỞNG</a:t>
            </a:r>
            <a:endParaRPr lang="en-US" sz="4000" b="1" dirty="0">
              <a:solidFill>
                <a:srgbClr val="002060"/>
              </a:solidFill>
              <a:latin typeface="Source Sans Pro ExtraLight"/>
              <a:cs typeface="Source Sans Pro ExtraLight"/>
            </a:endParaRPr>
          </a:p>
        </p:txBody>
      </p:sp>
      <p:sp>
        <p:nvSpPr>
          <p:cNvPr id="4" name="Rounded Rectangle 36">
            <a:extLst>
              <a:ext uri="{FF2B5EF4-FFF2-40B4-BE49-F238E27FC236}">
                <a16:creationId xmlns:a16="http://schemas.microsoft.com/office/drawing/2014/main" id="{6EDE8E2D-C463-C997-F0E0-50AEE18E2E6F}"/>
              </a:ext>
            </a:extLst>
          </p:cNvPr>
          <p:cNvSpPr/>
          <p:nvPr/>
        </p:nvSpPr>
        <p:spPr>
          <a:xfrm>
            <a:off x="2063424" y="9383140"/>
            <a:ext cx="7577531" cy="57585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4000" b="1">
                <a:solidFill>
                  <a:srgbClr val="002060"/>
                </a:solidFill>
                <a:latin typeface="Source Sans Pro ExtraLight"/>
                <a:cs typeface="Source Sans Pro ExtraLight"/>
              </a:rPr>
              <a:t>CHỨC NĂNG PHƯƠNG PHÁP LUẬN</a:t>
            </a:r>
            <a:endParaRPr lang="en-US" sz="4000" b="1" dirty="0">
              <a:solidFill>
                <a:srgbClr val="002060"/>
              </a:solidFill>
              <a:latin typeface="Source Sans Pro ExtraLight"/>
              <a:cs typeface="Source Sans Pro Extra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E064F-212A-9869-CEC2-F42167C6D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590" y="4040949"/>
            <a:ext cx="5042877" cy="65690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72AA25-1FDC-4DB7-811A-B47C0499B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464622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3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2" grpId="0" animBg="1"/>
      <p:bldP spid="3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26. Contact - Thank You\LMqD0ti.pptx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26. Contact - Thank You\LMqD0ti.ppt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26. Contact - Thank You\LMqD0ti.pptx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26. Contact - Thank You\LMqD0ti.pptx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BSRC" val="D:\PowerPoint Design Aids\Slide Library\slide library\19. Portfolio\cloud po 4.pptx"/>
</p:tagLst>
</file>

<file path=ppt/theme/theme1.xml><?xml version="1.0" encoding="utf-8"?>
<a:theme xmlns:a="http://schemas.openxmlformats.org/drawingml/2006/main" name="Office Theme">
  <a:themeElements>
    <a:clrScheme name="Blue Ready">
      <a:dk1>
        <a:sysClr val="windowText" lastClr="000000"/>
      </a:dk1>
      <a:lt1>
        <a:sysClr val="window" lastClr="FFFFFF"/>
      </a:lt1>
      <a:dk2>
        <a:srgbClr val="797979"/>
      </a:dk2>
      <a:lt2>
        <a:srgbClr val="43B4E3"/>
      </a:lt2>
      <a:accent1>
        <a:srgbClr val="16527E"/>
      </a:accent1>
      <a:accent2>
        <a:srgbClr val="217EC1"/>
      </a:accent2>
      <a:accent3>
        <a:srgbClr val="3CABE9"/>
      </a:accent3>
      <a:accent4>
        <a:srgbClr val="8ACDF0"/>
      </a:accent4>
      <a:accent5>
        <a:srgbClr val="D9EFF9"/>
      </a:accent5>
      <a:accent6>
        <a:srgbClr val="C7C7C7"/>
      </a:accent6>
      <a:hlink>
        <a:srgbClr val="169EBE"/>
      </a:hlink>
      <a:folHlink>
        <a:srgbClr val="1CD1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2B3A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3162</TotalTime>
  <Words>359</Words>
  <Application>Microsoft Office PowerPoint</Application>
  <PresentationFormat>Custom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Source Sans Pro</vt:lpstr>
      <vt:lpstr>Source Sans Pro ExtraLight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Louis Twelve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</dc:title>
  <dc:creator>Louis Twelve</dc:creator>
  <cp:lastModifiedBy>NGHIEP LONG</cp:lastModifiedBy>
  <cp:revision>846</cp:revision>
  <dcterms:created xsi:type="dcterms:W3CDTF">2014-11-10T20:05:35Z</dcterms:created>
  <dcterms:modified xsi:type="dcterms:W3CDTF">2025-01-02T09:40:14Z</dcterms:modified>
</cp:coreProperties>
</file>